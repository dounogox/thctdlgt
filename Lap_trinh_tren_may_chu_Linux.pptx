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9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8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7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4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7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1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4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5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92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65E0-54D2-4FE9-8A64-EBC181F39D66}" type="datetimeFigureOut">
              <a:rPr lang="en-US" smtClean="0"/>
              <a:t>06/01/2020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FDA-5AA5-4494-B30C-0E4A3671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3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ncthang68@hotmail.com" TargetMode="External"/><Relationship Id="rId2" Type="http://schemas.openxmlformats.org/officeDocument/2006/relationships/hyperlink" Target="mailto:ngcthang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Lập trình trên máy chủ Linux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84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về máy chủ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Địa chỉ máy chủ: dse.vnua.edu.vn</a:t>
            </a:r>
          </a:p>
          <a:p>
            <a:r>
              <a:rPr lang="en-US"/>
              <a:t>Tài khoản đăng nhập:</a:t>
            </a:r>
          </a:p>
          <a:p>
            <a:pPr lvl="1"/>
            <a:r>
              <a:rPr lang="en-US"/>
              <a:t>Username (login as): MaSV</a:t>
            </a:r>
          </a:p>
          <a:p>
            <a:pPr lvl="1"/>
            <a:r>
              <a:rPr lang="en-US"/>
              <a:t>Password: ngày sinh ở dạng dd/mm/yy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i="1"/>
              <a:t>Ghi chú:</a:t>
            </a:r>
            <a:r>
              <a:rPr lang="en-US" sz="3200"/>
              <a:t> Từ K64, username có thêm chữ SV tr</a:t>
            </a:r>
            <a:r>
              <a:rPr lang="vi-VN" sz="3200"/>
              <a:t>ư</a:t>
            </a:r>
            <a:r>
              <a:rPr lang="en-US" sz="3200"/>
              <a:t>ớc mã sinh viên, ví dụ SV642231. Sinh viên khóa tr</a:t>
            </a:r>
            <a:r>
              <a:rPr lang="vi-VN" sz="3200"/>
              <a:t>ư</a:t>
            </a:r>
            <a:r>
              <a:rPr lang="en-US" sz="3200"/>
              <a:t>ớc học cùng K64 sẽ dùng username có thêm chữ SV trước mã sinh viên.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1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Phần mềm kết nối máy chủ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PuTTY, đây là phần mềm nguồn mở, download từ Internet</a:t>
            </a:r>
          </a:p>
          <a:p>
            <a:r>
              <a:rPr lang="en-US"/>
              <a:t>Với smartphone hệ điều Android, dùng ConnectBot hoặc JuiceSSH</a:t>
            </a:r>
          </a:p>
        </p:txBody>
      </p:sp>
    </p:spTree>
    <p:extLst>
      <p:ext uri="{BB962C8B-B14F-4D97-AF65-F5344CB8AC3E}">
        <p14:creationId xmlns:p14="http://schemas.microsoft.com/office/powerpoint/2010/main" val="132428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/>
              <a:t>Cách kết nối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B1: Tạo kết nối</a:t>
            </a:r>
          </a:p>
          <a:p>
            <a:pPr lvl="1"/>
            <a:r>
              <a:rPr lang="en-US"/>
              <a:t>Chạy PuTTY</a:t>
            </a:r>
          </a:p>
          <a:p>
            <a:pPr lvl="1"/>
            <a:r>
              <a:rPr lang="en-US"/>
              <a:t>Gõ địa chỉ máy chủ vào ô Host Name</a:t>
            </a:r>
          </a:p>
          <a:p>
            <a:pPr lvl="1"/>
            <a:r>
              <a:rPr lang="en-US"/>
              <a:t>Kích vào Appearance, chọn Underline và Curson blinks</a:t>
            </a:r>
          </a:p>
          <a:p>
            <a:pPr lvl="1"/>
            <a:r>
              <a:rPr lang="en-US"/>
              <a:t>Kích vào Translation, chọn UTF-8</a:t>
            </a:r>
          </a:p>
          <a:p>
            <a:pPr lvl="1"/>
            <a:r>
              <a:rPr lang="en-US"/>
              <a:t>Kích lại Session, gõ vào ô Saves Sessions một tên nào đó, kích vào Save</a:t>
            </a:r>
          </a:p>
          <a:p>
            <a:r>
              <a:rPr lang="en-US"/>
              <a:t>B2: Kết nối máy chủ, kích đúp vào tên đã tạo, nhập Username và Password trong màn hình đăng nhập:</a:t>
            </a:r>
          </a:p>
          <a:p>
            <a:pPr lvl="1"/>
            <a:r>
              <a:rPr lang="en-US"/>
              <a:t>Login as: mã sv (từ k64 là SVmã sv, ví dụ SV642231)</a:t>
            </a:r>
          </a:p>
          <a:p>
            <a:pPr lvl="1"/>
            <a:r>
              <a:rPr lang="en-US"/>
              <a:t>Password: ngày sinh</a:t>
            </a:r>
          </a:p>
          <a:p>
            <a:r>
              <a:rPr lang="en-US"/>
              <a:t>B3: Đổi mất khẩu</a:t>
            </a:r>
          </a:p>
          <a:p>
            <a:pPr lvl="1"/>
            <a:r>
              <a:rPr lang="en-US"/>
              <a:t>Gõ lệnh: passwd  </a:t>
            </a:r>
            <a:r>
              <a:rPr lang="en-US">
                <a:sym typeface="Symbol"/>
              </a:rPr>
              <a:t>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lệnh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Xem nội dung thư mục tài khoản: ls</a:t>
            </a:r>
          </a:p>
          <a:p>
            <a:r>
              <a:rPr lang="en-US"/>
              <a:t>Xóa màn hình: clear  hoặc ấn phím Ctrl+L</a:t>
            </a:r>
          </a:p>
          <a:p>
            <a:r>
              <a:rPr lang="en-US"/>
              <a:t>Đổi tên tệp: mv  tentep   tenmoi </a:t>
            </a:r>
          </a:p>
          <a:p>
            <a:r>
              <a:rPr lang="en-US"/>
              <a:t>Xóa tệp: rm  tentep</a:t>
            </a:r>
          </a:p>
          <a:p>
            <a:r>
              <a:rPr lang="en-US"/>
              <a:t>Xem nội dung tệp văn bản text: less  tentep.txt</a:t>
            </a:r>
          </a:p>
          <a:p>
            <a:pPr lvl="1"/>
            <a:r>
              <a:rPr lang="en-US"/>
              <a:t>Ấn PageUp, PageDwn để lật trang</a:t>
            </a:r>
          </a:p>
          <a:p>
            <a:pPr lvl="1"/>
            <a:r>
              <a:rPr lang="en-US"/>
              <a:t>Ấn q  để thoát, kết thúc xem</a:t>
            </a:r>
          </a:p>
          <a:p>
            <a:r>
              <a:rPr lang="en-US"/>
              <a:t>Xem nội dung tệp văn bản text: cat tentep.txt</a:t>
            </a:r>
          </a:p>
          <a:p>
            <a:r>
              <a:rPr lang="en-US"/>
              <a:t>Thoát khỏi máy chủ: exit</a:t>
            </a:r>
          </a:p>
        </p:txBody>
      </p:sp>
    </p:spTree>
    <p:extLst>
      <p:ext uri="{BB962C8B-B14F-4D97-AF65-F5344CB8AC3E}">
        <p14:creationId xmlns:p14="http://schemas.microsoft.com/office/powerpoint/2010/main" val="295120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bước lập trình trên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B1: Soạn chương trình</a:t>
            </a:r>
          </a:p>
          <a:p>
            <a:pPr lvl="1"/>
            <a:r>
              <a:rPr lang="en-US"/>
              <a:t>Gõ lệnh: vim   tentep.cpp   </a:t>
            </a:r>
            <a:r>
              <a:rPr lang="en-US">
                <a:sym typeface="Symbol"/>
              </a:rPr>
              <a:t></a:t>
            </a:r>
          </a:p>
          <a:p>
            <a:pPr lvl="1"/>
            <a:r>
              <a:rPr lang="en-US">
                <a:sym typeface="Symbol"/>
              </a:rPr>
              <a:t>Gõ vào chương trình</a:t>
            </a:r>
          </a:p>
          <a:p>
            <a:pPr lvl="1"/>
            <a:r>
              <a:rPr lang="en-US">
                <a:sym typeface="Symbol"/>
              </a:rPr>
              <a:t>Ấn phím ESC, ấn :wq  để ghi và thoát</a:t>
            </a:r>
          </a:p>
          <a:p>
            <a:r>
              <a:rPr lang="en-US">
                <a:sym typeface="Symbol"/>
              </a:rPr>
              <a:t>B2: Biên dịch chương trình</a:t>
            </a:r>
          </a:p>
          <a:p>
            <a:pPr lvl="1"/>
            <a:r>
              <a:rPr lang="en-US">
                <a:sym typeface="Symbol"/>
              </a:rPr>
              <a:t>Gõ lệnh: g++  tentep.cpp </a:t>
            </a:r>
          </a:p>
          <a:p>
            <a:pPr lvl="1"/>
            <a:r>
              <a:rPr lang="en-US">
                <a:sym typeface="Symbol"/>
              </a:rPr>
              <a:t>Trình biên dịch sẽ dịch sang mã máy có tên tệp là a.out</a:t>
            </a:r>
          </a:p>
          <a:p>
            <a:r>
              <a:rPr lang="en-US">
                <a:sym typeface="Symbol"/>
              </a:rPr>
              <a:t>B3: Chạy thử chương trình</a:t>
            </a:r>
          </a:p>
          <a:p>
            <a:pPr lvl="1"/>
            <a:r>
              <a:rPr lang="en-US">
                <a:sym typeface="Symbol"/>
              </a:rPr>
              <a:t>Gõ lệnh:  a.out  </a:t>
            </a:r>
          </a:p>
          <a:p>
            <a:pPr lvl="1"/>
            <a:r>
              <a:rPr lang="en-US">
                <a:sym typeface="Symbol"/>
              </a:rPr>
              <a:t>Nhập vào dữ liệu thử và kiểm tra kết quả máy đưa ra.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1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Kiểm tra kết nối mạng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Vào DOS, gõ lệnh ping dse.vnua.edu.vn</a:t>
            </a:r>
          </a:p>
          <a:p>
            <a:pPr marL="0" indent="0">
              <a:buNone/>
            </a:pPr>
            <a:r>
              <a:rPr lang="en-US"/>
              <a:t>Nếu thấy Reply là được.</a:t>
            </a:r>
          </a:p>
          <a:p>
            <a:r>
              <a:rPr lang="en-US"/>
              <a:t>Nếu không kết nối được, hoặc ping không có Reply thì báo thầy kiểm tra:</a:t>
            </a:r>
          </a:p>
          <a:p>
            <a:pPr lvl="1"/>
            <a:r>
              <a:rPr lang="en-US"/>
              <a:t>Nhắn tin bằng hangouts của Google: </a:t>
            </a:r>
            <a:r>
              <a:rPr lang="en-US">
                <a:hlinkClick r:id="rId2"/>
              </a:rPr>
              <a:t>ngcthang@gmail.com</a:t>
            </a:r>
            <a:endParaRPr lang="en-US"/>
          </a:p>
          <a:p>
            <a:pPr lvl="1"/>
            <a:r>
              <a:rPr lang="en-US"/>
              <a:t>Skype: </a:t>
            </a:r>
            <a:r>
              <a:rPr lang="en-US">
                <a:hlinkClick r:id="rId3"/>
              </a:rPr>
              <a:t>ncthang68@hotmail.com</a:t>
            </a:r>
            <a:endParaRPr lang="en-US"/>
          </a:p>
          <a:p>
            <a:pPr lvl="1"/>
            <a:r>
              <a:rPr lang="en-US"/>
              <a:t>Zalo theo số điện thoại</a:t>
            </a:r>
          </a:p>
          <a:p>
            <a:r>
              <a:rPr lang="en-US"/>
              <a:t>Nếu cần thầy hỗ trợ, download và chạy Ultraviewer, gửi cho thầy ID và Pass.</a:t>
            </a:r>
          </a:p>
        </p:txBody>
      </p:sp>
    </p:spTree>
    <p:extLst>
      <p:ext uri="{BB962C8B-B14F-4D97-AF65-F5344CB8AC3E}">
        <p14:creationId xmlns:p14="http://schemas.microsoft.com/office/powerpoint/2010/main" val="1672347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477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Lập trình trên máy chủ Linux</vt:lpstr>
      <vt:lpstr>Thông tin về máy chủ</vt:lpstr>
      <vt:lpstr>Phần mềm kết nối máy chủ</vt:lpstr>
      <vt:lpstr>Cách kết nối</vt:lpstr>
      <vt:lpstr>Một số lệnh Linux</vt:lpstr>
      <vt:lpstr>Các bước lập trình trên Linux</vt:lpstr>
      <vt:lpstr>Kiểm tra kết nối mạng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ncthang</dc:creator>
  <cp:lastModifiedBy>Ngo Cong Thang</cp:lastModifiedBy>
  <cp:revision>21</cp:revision>
  <dcterms:created xsi:type="dcterms:W3CDTF">2015-09-12T01:45:09Z</dcterms:created>
  <dcterms:modified xsi:type="dcterms:W3CDTF">2020-01-06T13:35:21Z</dcterms:modified>
</cp:coreProperties>
</file>