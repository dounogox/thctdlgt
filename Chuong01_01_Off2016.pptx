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p:sldMasterIdLst>
    <p:sldMasterId id="2147483650" r:id="rId1"/>
  </p:sldMasterIdLst>
  <p:notesMasterIdLst>
    <p:notesMasterId r:id="rId39"/>
  </p:notesMasterIdLst>
  <p:sldIdLst>
    <p:sldId id="367" r:id="rId2"/>
    <p:sldId id="459" r:id="rId3"/>
    <p:sldId id="322" r:id="rId4"/>
    <p:sldId id="368" r:id="rId5"/>
    <p:sldId id="369" r:id="rId6"/>
    <p:sldId id="370" r:id="rId7"/>
    <p:sldId id="371" r:id="rId8"/>
    <p:sldId id="372" r:id="rId9"/>
    <p:sldId id="373" r:id="rId10"/>
    <p:sldId id="374" r:id="rId11"/>
    <p:sldId id="453" r:id="rId12"/>
    <p:sldId id="376" r:id="rId13"/>
    <p:sldId id="378" r:id="rId14"/>
    <p:sldId id="446" r:id="rId15"/>
    <p:sldId id="379" r:id="rId16"/>
    <p:sldId id="380" r:id="rId17"/>
    <p:sldId id="460" r:id="rId18"/>
    <p:sldId id="382" r:id="rId19"/>
    <p:sldId id="385" r:id="rId20"/>
    <p:sldId id="383" r:id="rId21"/>
    <p:sldId id="384" r:id="rId22"/>
    <p:sldId id="386" r:id="rId23"/>
    <p:sldId id="447" r:id="rId24"/>
    <p:sldId id="387" r:id="rId25"/>
    <p:sldId id="448" r:id="rId26"/>
    <p:sldId id="388" r:id="rId27"/>
    <p:sldId id="458" r:id="rId28"/>
    <p:sldId id="451" r:id="rId29"/>
    <p:sldId id="389" r:id="rId30"/>
    <p:sldId id="452" r:id="rId31"/>
    <p:sldId id="390" r:id="rId32"/>
    <p:sldId id="449" r:id="rId33"/>
    <p:sldId id="455" r:id="rId34"/>
    <p:sldId id="457" r:id="rId35"/>
    <p:sldId id="450" r:id="rId36"/>
    <p:sldId id="456" r:id="rId37"/>
    <p:sldId id="454" r:id="rId38"/>
  </p:sldIdLst>
  <p:sldSz cx="9144000" cy="6858000" type="screen4x3"/>
  <p:notesSz cx="6858000" cy="9144000"/>
  <p:custShowLst>
    <p:custShow name="Custom Show 1" id="0">
      <p:sldLst/>
    </p:custShow>
  </p:custShowLst>
  <p:defaultTex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p:defaultTextStyle>
  <p:extLst>
    <p:ext uri="{EFAFB233-063F-42B5-8137-9DF3F51BA10A}">
      <p15:sldGuideLst xmlns:p15="http://schemas.microsoft.com/office/powerpoint/2012/main">
        <p15:guide id="1" orient="horz" pos="864">
          <p15:clr>
            <a:srgbClr val="A4A3A4"/>
          </p15:clr>
        </p15:guide>
        <p15:guide id="2" pos="576">
          <p15:clr>
            <a:srgbClr val="A4A3A4"/>
          </p15:clr>
        </p15:guide>
      </p15:sldGuideLst>
    </p:ext>
    <p:ext uri="{2D200454-40CA-4A62-9FC3-DE9A4176ACB9}">
      <p15:notesGuideLst xmlns:p15="http://schemas.microsoft.com/office/powerpoint/2012/main">
        <p15:guide id="1" orient="horz" pos="2880" userDrawn="1">
          <p15:clr>
            <a:srgbClr val="A4A3A4"/>
          </p15:clr>
        </p15:guide>
        <p15:guide id="2" pos="2160"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schemeClr val="tx1"/>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FFFF00"/>
    <a:srgbClr val="CC6600"/>
    <a:srgbClr val="FF0000"/>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133" autoAdjust="0"/>
    <p:restoredTop sz="94698" autoAdjust="0"/>
  </p:normalViewPr>
  <p:slideViewPr>
    <p:cSldViewPr snapToGrid="0">
      <p:cViewPr varScale="1">
        <p:scale>
          <a:sx n="59" d="100"/>
          <a:sy n="59" d="100"/>
        </p:scale>
        <p:origin x="1408" y="60"/>
      </p:cViewPr>
      <p:guideLst>
        <p:guide orient="horz" pos="864"/>
        <p:guide pos="576"/>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snapToGrid="0">
      <p:cViewPr varScale="1">
        <p:scale>
          <a:sx n="40" d="100"/>
          <a:sy n="40" d="100"/>
        </p:scale>
        <p:origin x="-1488" y="-96"/>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gô Công Thắng" userId="cea49257-654c-4558-a426-c07faa7681d3" providerId="ADAL" clId="{923BF85C-0F5A-4E17-8644-5F98D985B3DA}"/>
    <pc:docChg chg="addSld modSld">
      <pc:chgData name="Ngô Công Thắng" userId="cea49257-654c-4558-a426-c07faa7681d3" providerId="ADAL" clId="{923BF85C-0F5A-4E17-8644-5F98D985B3DA}" dt="2020-12-15T07:46:13.557" v="298" actId="20577"/>
      <pc:docMkLst>
        <pc:docMk/>
      </pc:docMkLst>
      <pc:sldChg chg="modSp add mod">
        <pc:chgData name="Ngô Công Thắng" userId="cea49257-654c-4558-a426-c07faa7681d3" providerId="ADAL" clId="{923BF85C-0F5A-4E17-8644-5F98D985B3DA}" dt="2020-12-15T07:46:13.557" v="298" actId="20577"/>
        <pc:sldMkLst>
          <pc:docMk/>
          <pc:sldMk cId="11905069" sldId="454"/>
        </pc:sldMkLst>
        <pc:spChg chg="mod">
          <ac:chgData name="Ngô Công Thắng" userId="cea49257-654c-4558-a426-c07faa7681d3" providerId="ADAL" clId="{923BF85C-0F5A-4E17-8644-5F98D985B3DA}" dt="2020-12-15T07:46:13.557" v="298" actId="20577"/>
          <ac:spMkLst>
            <pc:docMk/>
            <pc:sldMk cId="11905069" sldId="454"/>
            <ac:spMk id="3"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60900902"/>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4" name="Group 2"/>
          <p:cNvGrpSpPr>
            <a:grpSpLocks/>
          </p:cNvGrpSpPr>
          <p:nvPr/>
        </p:nvGrpSpPr>
        <p:grpSpPr bwMode="auto">
          <a:xfrm>
            <a:off x="0" y="3902075"/>
            <a:ext cx="3400425" cy="2949575"/>
            <a:chOff x="0" y="2458"/>
            <a:chExt cx="2142" cy="1858"/>
          </a:xfrm>
        </p:grpSpPr>
        <p:sp>
          <p:nvSpPr>
            <p:cNvPr id="5" name="Freeform 3"/>
            <p:cNvSpPr>
              <a:spLocks/>
            </p:cNvSpPr>
            <p:nvPr/>
          </p:nvSpPr>
          <p:spPr bwMode="ltGray">
            <a:xfrm>
              <a:off x="0" y="2508"/>
              <a:ext cx="2142" cy="1804"/>
            </a:xfrm>
            <a:custGeom>
              <a:avLst/>
              <a:gdLst/>
              <a:ahLst/>
              <a:cxnLst>
                <a:cxn ang="0">
                  <a:pos x="329" y="66"/>
                </a:cxn>
                <a:cxn ang="0">
                  <a:pos x="161" y="30"/>
                </a:cxn>
                <a:cxn ang="0">
                  <a:pos x="0" y="0"/>
                </a:cxn>
                <a:cxn ang="0">
                  <a:pos x="0" y="12"/>
                </a:cxn>
                <a:cxn ang="0">
                  <a:pos x="161" y="42"/>
                </a:cxn>
                <a:cxn ang="0">
                  <a:pos x="323" y="78"/>
                </a:cxn>
                <a:cxn ang="0">
                  <a:pos x="556" y="150"/>
                </a:cxn>
                <a:cxn ang="0">
                  <a:pos x="777" y="245"/>
                </a:cxn>
                <a:cxn ang="0">
                  <a:pos x="993" y="365"/>
                </a:cxn>
                <a:cxn ang="0">
                  <a:pos x="1196" y="503"/>
                </a:cxn>
                <a:cxn ang="0">
                  <a:pos x="1381" y="653"/>
                </a:cxn>
                <a:cxn ang="0">
                  <a:pos x="1555" y="827"/>
                </a:cxn>
                <a:cxn ang="0">
                  <a:pos x="1710" y="1019"/>
                </a:cxn>
                <a:cxn ang="0">
                  <a:pos x="1854" y="1229"/>
                </a:cxn>
                <a:cxn ang="0">
                  <a:pos x="1937" y="1366"/>
                </a:cxn>
                <a:cxn ang="0">
                  <a:pos x="2009" y="1510"/>
                </a:cxn>
                <a:cxn ang="0">
                  <a:pos x="2069" y="1654"/>
                </a:cxn>
                <a:cxn ang="0">
                  <a:pos x="2123" y="1804"/>
                </a:cxn>
                <a:cxn ang="0">
                  <a:pos x="2135" y="1804"/>
                </a:cxn>
                <a:cxn ang="0">
                  <a:pos x="2081" y="1654"/>
                </a:cxn>
                <a:cxn ang="0">
                  <a:pos x="2021" y="1510"/>
                </a:cxn>
                <a:cxn ang="0">
                  <a:pos x="1949" y="1366"/>
                </a:cxn>
                <a:cxn ang="0">
                  <a:pos x="1866" y="1223"/>
                </a:cxn>
                <a:cxn ang="0">
                  <a:pos x="1722" y="1013"/>
                </a:cxn>
                <a:cxn ang="0">
                  <a:pos x="1561" y="821"/>
                </a:cxn>
                <a:cxn ang="0">
                  <a:pos x="1387" y="647"/>
                </a:cxn>
                <a:cxn ang="0">
                  <a:pos x="1202" y="491"/>
                </a:cxn>
                <a:cxn ang="0">
                  <a:pos x="999" y="353"/>
                </a:cxn>
                <a:cxn ang="0">
                  <a:pos x="783" y="239"/>
                </a:cxn>
                <a:cxn ang="0">
                  <a:pos x="562" y="138"/>
                </a:cxn>
                <a:cxn ang="0">
                  <a:pos x="329" y="66"/>
                </a:cxn>
                <a:cxn ang="0">
                  <a:pos x="329" y="66"/>
                </a:cxn>
              </a:cxnLst>
              <a:rect l="0" t="0" r="r" b="b"/>
              <a:pathLst>
                <a:path w="2135" h="1804">
                  <a:moveTo>
                    <a:pt x="329" y="66"/>
                  </a:moveTo>
                  <a:lnTo>
                    <a:pt x="161" y="30"/>
                  </a:lnTo>
                  <a:lnTo>
                    <a:pt x="0" y="0"/>
                  </a:lnTo>
                  <a:lnTo>
                    <a:pt x="0" y="12"/>
                  </a:lnTo>
                  <a:lnTo>
                    <a:pt x="161" y="42"/>
                  </a:lnTo>
                  <a:lnTo>
                    <a:pt x="323" y="78"/>
                  </a:lnTo>
                  <a:lnTo>
                    <a:pt x="556" y="150"/>
                  </a:lnTo>
                  <a:lnTo>
                    <a:pt x="777" y="245"/>
                  </a:lnTo>
                  <a:lnTo>
                    <a:pt x="993" y="365"/>
                  </a:lnTo>
                  <a:lnTo>
                    <a:pt x="1196" y="503"/>
                  </a:lnTo>
                  <a:lnTo>
                    <a:pt x="1381" y="653"/>
                  </a:lnTo>
                  <a:lnTo>
                    <a:pt x="1555" y="827"/>
                  </a:lnTo>
                  <a:lnTo>
                    <a:pt x="1710" y="1019"/>
                  </a:lnTo>
                  <a:lnTo>
                    <a:pt x="1854" y="1229"/>
                  </a:lnTo>
                  <a:lnTo>
                    <a:pt x="1937" y="1366"/>
                  </a:lnTo>
                  <a:lnTo>
                    <a:pt x="2009" y="1510"/>
                  </a:lnTo>
                  <a:lnTo>
                    <a:pt x="2069" y="1654"/>
                  </a:lnTo>
                  <a:lnTo>
                    <a:pt x="2123" y="1804"/>
                  </a:lnTo>
                  <a:lnTo>
                    <a:pt x="2135" y="1804"/>
                  </a:lnTo>
                  <a:lnTo>
                    <a:pt x="2081" y="1654"/>
                  </a:lnTo>
                  <a:lnTo>
                    <a:pt x="2021" y="1510"/>
                  </a:lnTo>
                  <a:lnTo>
                    <a:pt x="1949" y="1366"/>
                  </a:lnTo>
                  <a:lnTo>
                    <a:pt x="1866" y="1223"/>
                  </a:lnTo>
                  <a:lnTo>
                    <a:pt x="1722" y="1013"/>
                  </a:lnTo>
                  <a:lnTo>
                    <a:pt x="1561" y="821"/>
                  </a:lnTo>
                  <a:lnTo>
                    <a:pt x="1387" y="647"/>
                  </a:lnTo>
                  <a:lnTo>
                    <a:pt x="1202" y="491"/>
                  </a:lnTo>
                  <a:lnTo>
                    <a:pt x="999" y="353"/>
                  </a:lnTo>
                  <a:lnTo>
                    <a:pt x="783" y="239"/>
                  </a:lnTo>
                  <a:lnTo>
                    <a:pt x="562" y="138"/>
                  </a:lnTo>
                  <a:lnTo>
                    <a:pt x="329" y="66"/>
                  </a:lnTo>
                  <a:lnTo>
                    <a:pt x="329" y="66"/>
                  </a:lnTo>
                  <a:close/>
                </a:path>
              </a:pathLst>
            </a:custGeom>
            <a:gradFill rotWithShape="0">
              <a:gsLst>
                <a:gs pos="0">
                  <a:schemeClr val="bg1"/>
                </a:gs>
                <a:gs pos="50000">
                  <a:schemeClr val="bg2"/>
                </a:gs>
                <a:gs pos="100000">
                  <a:schemeClr val="bg1"/>
                </a:gs>
              </a:gsLst>
              <a:lin ang="2700000" scaled="1"/>
            </a:gradFill>
            <a:ln w="9525">
              <a:noFill/>
              <a:round/>
              <a:headEnd/>
              <a:tailEnd/>
            </a:ln>
          </p:spPr>
          <p:txBody>
            <a:bodyPr/>
            <a:lstStyle/>
            <a:p>
              <a:pPr>
                <a:defRPr/>
              </a:pPr>
              <a:endParaRPr lang="en-US"/>
            </a:p>
          </p:txBody>
        </p:sp>
        <p:sp>
          <p:nvSpPr>
            <p:cNvPr id="6" name="Freeform 4"/>
            <p:cNvSpPr>
              <a:spLocks/>
            </p:cNvSpPr>
            <p:nvPr/>
          </p:nvSpPr>
          <p:spPr bwMode="hidden">
            <a:xfrm>
              <a:off x="0" y="2458"/>
              <a:ext cx="1854" cy="1858"/>
            </a:xfrm>
            <a:custGeom>
              <a:avLst/>
              <a:gdLst/>
              <a:ahLst/>
              <a:cxnLst>
                <a:cxn ang="0">
                  <a:pos x="1854" y="1858"/>
                </a:cxn>
                <a:cxn ang="0">
                  <a:pos x="0" y="1858"/>
                </a:cxn>
                <a:cxn ang="0">
                  <a:pos x="0" y="0"/>
                </a:cxn>
                <a:cxn ang="0">
                  <a:pos x="1854" y="1858"/>
                </a:cxn>
                <a:cxn ang="0">
                  <a:pos x="1854" y="1858"/>
                </a:cxn>
              </a:cxnLst>
              <a:rect l="0" t="0" r="r" b="b"/>
              <a:pathLst>
                <a:path w="1854" h="1858">
                  <a:moveTo>
                    <a:pt x="1854" y="1858"/>
                  </a:moveTo>
                  <a:lnTo>
                    <a:pt x="0" y="1858"/>
                  </a:lnTo>
                  <a:lnTo>
                    <a:pt x="0" y="0"/>
                  </a:lnTo>
                  <a:lnTo>
                    <a:pt x="1854" y="1858"/>
                  </a:lnTo>
                  <a:lnTo>
                    <a:pt x="1854" y="1858"/>
                  </a:lnTo>
                  <a:close/>
                </a:path>
              </a:pathLst>
            </a:custGeom>
            <a:gradFill rotWithShape="0">
              <a:gsLst>
                <a:gs pos="0">
                  <a:schemeClr val="bg2"/>
                </a:gs>
                <a:gs pos="50000">
                  <a:schemeClr val="bg1"/>
                </a:gs>
                <a:gs pos="100000">
                  <a:schemeClr val="bg2"/>
                </a:gs>
              </a:gsLst>
              <a:lin ang="18900000" scaled="1"/>
            </a:gradFill>
            <a:ln w="9525">
              <a:noFill/>
              <a:round/>
              <a:headEnd/>
              <a:tailEnd/>
            </a:ln>
          </p:spPr>
          <p:txBody>
            <a:bodyPr/>
            <a:lstStyle/>
            <a:p>
              <a:pPr>
                <a:defRPr/>
              </a:pPr>
              <a:endParaRPr lang="en-US"/>
            </a:p>
          </p:txBody>
        </p:sp>
        <p:sp>
          <p:nvSpPr>
            <p:cNvPr id="7" name="Freeform 5"/>
            <p:cNvSpPr>
              <a:spLocks/>
            </p:cNvSpPr>
            <p:nvPr/>
          </p:nvSpPr>
          <p:spPr bwMode="ltGray">
            <a:xfrm>
              <a:off x="0" y="2735"/>
              <a:ext cx="1745" cy="1577"/>
            </a:xfrm>
            <a:custGeom>
              <a:avLst/>
              <a:gdLst/>
              <a:ahLst/>
              <a:cxnLst>
                <a:cxn ang="0">
                  <a:pos x="1640" y="1377"/>
                </a:cxn>
                <a:cxn ang="0">
                  <a:pos x="1692" y="1479"/>
                </a:cxn>
                <a:cxn ang="0">
                  <a:pos x="1732" y="1577"/>
                </a:cxn>
                <a:cxn ang="0">
                  <a:pos x="1745" y="1577"/>
                </a:cxn>
                <a:cxn ang="0">
                  <a:pos x="1703" y="1469"/>
                </a:cxn>
                <a:cxn ang="0">
                  <a:pos x="1649" y="1367"/>
                </a:cxn>
                <a:cxn ang="0">
                  <a:pos x="1535" y="1157"/>
                </a:cxn>
                <a:cxn ang="0">
                  <a:pos x="1395" y="951"/>
                </a:cxn>
                <a:cxn ang="0">
                  <a:pos x="1236" y="756"/>
                </a:cxn>
                <a:cxn ang="0">
                  <a:pos x="1061" y="582"/>
                </a:cxn>
                <a:cxn ang="0">
                  <a:pos x="876" y="426"/>
                </a:cxn>
                <a:cxn ang="0">
                  <a:pos x="672" y="294"/>
                </a:cxn>
                <a:cxn ang="0">
                  <a:pos x="455" y="174"/>
                </a:cxn>
                <a:cxn ang="0">
                  <a:pos x="234" y="78"/>
                </a:cxn>
                <a:cxn ang="0">
                  <a:pos x="0" y="0"/>
                </a:cxn>
                <a:cxn ang="0">
                  <a:pos x="0" y="12"/>
                </a:cxn>
                <a:cxn ang="0">
                  <a:pos x="222" y="89"/>
                </a:cxn>
                <a:cxn ang="0">
                  <a:pos x="446" y="185"/>
                </a:cxn>
                <a:cxn ang="0">
                  <a:pos x="662" y="305"/>
                </a:cxn>
                <a:cxn ang="0">
                  <a:pos x="866" y="437"/>
                </a:cxn>
                <a:cxn ang="0">
                  <a:pos x="1052" y="593"/>
                </a:cxn>
                <a:cxn ang="0">
                  <a:pos x="1226" y="767"/>
                </a:cxn>
                <a:cxn ang="0">
                  <a:pos x="1385" y="960"/>
                </a:cxn>
                <a:cxn ang="0">
                  <a:pos x="1526" y="1167"/>
                </a:cxn>
                <a:cxn ang="0">
                  <a:pos x="1640" y="1377"/>
                </a:cxn>
              </a:cxnLst>
              <a:rect l="0" t="0" r="r" b="b"/>
              <a:pathLst>
                <a:path w="1745" h="1577">
                  <a:moveTo>
                    <a:pt x="1640" y="1377"/>
                  </a:moveTo>
                  <a:lnTo>
                    <a:pt x="1692" y="1479"/>
                  </a:lnTo>
                  <a:lnTo>
                    <a:pt x="1732" y="1577"/>
                  </a:lnTo>
                  <a:lnTo>
                    <a:pt x="1745" y="1577"/>
                  </a:lnTo>
                  <a:lnTo>
                    <a:pt x="1703" y="1469"/>
                  </a:lnTo>
                  <a:lnTo>
                    <a:pt x="1649" y="1367"/>
                  </a:lnTo>
                  <a:lnTo>
                    <a:pt x="1535" y="1157"/>
                  </a:lnTo>
                  <a:lnTo>
                    <a:pt x="1395" y="951"/>
                  </a:lnTo>
                  <a:lnTo>
                    <a:pt x="1236" y="756"/>
                  </a:lnTo>
                  <a:lnTo>
                    <a:pt x="1061" y="582"/>
                  </a:lnTo>
                  <a:lnTo>
                    <a:pt x="876" y="426"/>
                  </a:lnTo>
                  <a:lnTo>
                    <a:pt x="672" y="294"/>
                  </a:lnTo>
                  <a:lnTo>
                    <a:pt x="455" y="174"/>
                  </a:lnTo>
                  <a:lnTo>
                    <a:pt x="234" y="78"/>
                  </a:lnTo>
                  <a:lnTo>
                    <a:pt x="0" y="0"/>
                  </a:lnTo>
                  <a:lnTo>
                    <a:pt x="0" y="12"/>
                  </a:lnTo>
                  <a:lnTo>
                    <a:pt x="222" y="89"/>
                  </a:lnTo>
                  <a:lnTo>
                    <a:pt x="446" y="185"/>
                  </a:lnTo>
                  <a:lnTo>
                    <a:pt x="662" y="305"/>
                  </a:lnTo>
                  <a:lnTo>
                    <a:pt x="866" y="437"/>
                  </a:lnTo>
                  <a:lnTo>
                    <a:pt x="1052" y="593"/>
                  </a:lnTo>
                  <a:lnTo>
                    <a:pt x="1226" y="767"/>
                  </a:lnTo>
                  <a:lnTo>
                    <a:pt x="1385" y="960"/>
                  </a:lnTo>
                  <a:lnTo>
                    <a:pt x="1526" y="1167"/>
                  </a:lnTo>
                  <a:lnTo>
                    <a:pt x="1640" y="1377"/>
                  </a:lnTo>
                  <a:close/>
                </a:path>
              </a:pathLst>
            </a:custGeom>
            <a:gradFill rotWithShape="0">
              <a:gsLst>
                <a:gs pos="0">
                  <a:schemeClr val="bg1"/>
                </a:gs>
                <a:gs pos="50000">
                  <a:schemeClr val="bg2"/>
                </a:gs>
                <a:gs pos="100000">
                  <a:schemeClr val="bg1"/>
                </a:gs>
              </a:gsLst>
              <a:lin ang="2700000" scaled="1"/>
            </a:gradFill>
            <a:ln w="9525">
              <a:noFill/>
              <a:round/>
              <a:headEnd/>
              <a:tailEnd/>
            </a:ln>
          </p:spPr>
          <p:txBody>
            <a:bodyPr/>
            <a:lstStyle/>
            <a:p>
              <a:pPr>
                <a:defRPr/>
              </a:pPr>
              <a:endParaRPr lang="en-US"/>
            </a:p>
          </p:txBody>
        </p:sp>
        <p:sp>
          <p:nvSpPr>
            <p:cNvPr id="8" name="Freeform 6"/>
            <p:cNvSpPr>
              <a:spLocks/>
            </p:cNvSpPr>
            <p:nvPr/>
          </p:nvSpPr>
          <p:spPr bwMode="ltGray">
            <a:xfrm>
              <a:off x="0" y="2544"/>
              <a:ext cx="1745" cy="1768"/>
            </a:xfrm>
            <a:custGeom>
              <a:avLst/>
              <a:gdLst/>
              <a:ahLst/>
              <a:cxnLst>
                <a:cxn ang="0">
                  <a:pos x="0" y="0"/>
                </a:cxn>
                <a:cxn ang="0">
                  <a:pos x="0" y="12"/>
                </a:cxn>
                <a:cxn ang="0">
                  <a:pos x="210" y="88"/>
                </a:cxn>
                <a:cxn ang="0">
                  <a:pos x="426" y="190"/>
                </a:cxn>
                <a:cxn ang="0">
                  <a:pos x="630" y="304"/>
                </a:cxn>
                <a:cxn ang="0">
                  <a:pos x="818" y="442"/>
                </a:cxn>
                <a:cxn ang="0">
                  <a:pos x="998" y="592"/>
                </a:cxn>
                <a:cxn ang="0">
                  <a:pos x="1164" y="766"/>
                </a:cxn>
                <a:cxn ang="0">
                  <a:pos x="1310" y="942"/>
                </a:cxn>
                <a:cxn ang="0">
                  <a:pos x="1454" y="1146"/>
                </a:cxn>
                <a:cxn ang="0">
                  <a:pos x="1536" y="1298"/>
                </a:cxn>
                <a:cxn ang="0">
                  <a:pos x="1614" y="1456"/>
                </a:cxn>
                <a:cxn ang="0">
                  <a:pos x="1682" y="1616"/>
                </a:cxn>
                <a:cxn ang="0">
                  <a:pos x="1733" y="1768"/>
                </a:cxn>
                <a:cxn ang="0">
                  <a:pos x="1745" y="1768"/>
                </a:cxn>
                <a:cxn ang="0">
                  <a:pos x="1691" y="1606"/>
                </a:cxn>
                <a:cxn ang="0">
                  <a:pos x="1623" y="1445"/>
                </a:cxn>
                <a:cxn ang="0">
                  <a:pos x="1547" y="1288"/>
                </a:cxn>
                <a:cxn ang="0">
                  <a:pos x="1463" y="1136"/>
                </a:cxn>
                <a:cxn ang="0">
                  <a:pos x="1320" y="932"/>
                </a:cxn>
                <a:cxn ang="0">
                  <a:pos x="1173" y="755"/>
                </a:cxn>
                <a:cxn ang="0">
                  <a:pos x="1008" y="581"/>
                </a:cxn>
                <a:cxn ang="0">
                  <a:pos x="827" y="431"/>
                </a:cxn>
                <a:cxn ang="0">
                  <a:pos x="642" y="293"/>
                </a:cxn>
                <a:cxn ang="0">
                  <a:pos x="437" y="179"/>
                </a:cxn>
                <a:cxn ang="0">
                  <a:pos x="222" y="78"/>
                </a:cxn>
                <a:cxn ang="0">
                  <a:pos x="0" y="0"/>
                </a:cxn>
                <a:cxn ang="0">
                  <a:pos x="0" y="0"/>
                </a:cxn>
              </a:cxnLst>
              <a:rect l="0" t="0" r="r" b="b"/>
              <a:pathLst>
                <a:path w="1745" h="1768">
                  <a:moveTo>
                    <a:pt x="0" y="0"/>
                  </a:moveTo>
                  <a:lnTo>
                    <a:pt x="0" y="12"/>
                  </a:lnTo>
                  <a:lnTo>
                    <a:pt x="210" y="88"/>
                  </a:lnTo>
                  <a:lnTo>
                    <a:pt x="426" y="190"/>
                  </a:lnTo>
                  <a:lnTo>
                    <a:pt x="630" y="304"/>
                  </a:lnTo>
                  <a:lnTo>
                    <a:pt x="818" y="442"/>
                  </a:lnTo>
                  <a:lnTo>
                    <a:pt x="998" y="592"/>
                  </a:lnTo>
                  <a:lnTo>
                    <a:pt x="1164" y="766"/>
                  </a:lnTo>
                  <a:lnTo>
                    <a:pt x="1310" y="942"/>
                  </a:lnTo>
                  <a:lnTo>
                    <a:pt x="1454" y="1146"/>
                  </a:lnTo>
                  <a:lnTo>
                    <a:pt x="1536" y="1298"/>
                  </a:lnTo>
                  <a:lnTo>
                    <a:pt x="1614" y="1456"/>
                  </a:lnTo>
                  <a:lnTo>
                    <a:pt x="1682" y="1616"/>
                  </a:lnTo>
                  <a:lnTo>
                    <a:pt x="1733" y="1768"/>
                  </a:lnTo>
                  <a:lnTo>
                    <a:pt x="1745" y="1768"/>
                  </a:lnTo>
                  <a:lnTo>
                    <a:pt x="1691" y="1606"/>
                  </a:lnTo>
                  <a:lnTo>
                    <a:pt x="1623" y="1445"/>
                  </a:lnTo>
                  <a:lnTo>
                    <a:pt x="1547" y="1288"/>
                  </a:lnTo>
                  <a:lnTo>
                    <a:pt x="1463" y="1136"/>
                  </a:lnTo>
                  <a:lnTo>
                    <a:pt x="1320" y="932"/>
                  </a:lnTo>
                  <a:lnTo>
                    <a:pt x="1173" y="755"/>
                  </a:lnTo>
                  <a:lnTo>
                    <a:pt x="1008" y="581"/>
                  </a:lnTo>
                  <a:lnTo>
                    <a:pt x="827" y="431"/>
                  </a:lnTo>
                  <a:lnTo>
                    <a:pt x="642" y="293"/>
                  </a:lnTo>
                  <a:lnTo>
                    <a:pt x="437" y="179"/>
                  </a:lnTo>
                  <a:lnTo>
                    <a:pt x="222" y="78"/>
                  </a:lnTo>
                  <a:lnTo>
                    <a:pt x="0" y="0"/>
                  </a:lnTo>
                  <a:lnTo>
                    <a:pt x="0" y="0"/>
                  </a:lnTo>
                  <a:close/>
                </a:path>
              </a:pathLst>
            </a:custGeom>
            <a:gradFill rotWithShape="0">
              <a:gsLst>
                <a:gs pos="0">
                  <a:schemeClr val="bg1"/>
                </a:gs>
                <a:gs pos="50000">
                  <a:schemeClr val="bg2"/>
                </a:gs>
                <a:gs pos="100000">
                  <a:schemeClr val="bg1"/>
                </a:gs>
              </a:gsLst>
              <a:lin ang="2700000" scaled="1"/>
            </a:gradFill>
            <a:ln w="9525">
              <a:noFill/>
              <a:round/>
              <a:headEnd/>
              <a:tailEnd/>
            </a:ln>
          </p:spPr>
          <p:txBody>
            <a:bodyPr/>
            <a:lstStyle/>
            <a:p>
              <a:pPr>
                <a:defRPr/>
              </a:pPr>
              <a:endParaRPr lang="en-US"/>
            </a:p>
          </p:txBody>
        </p:sp>
        <p:sp>
          <p:nvSpPr>
            <p:cNvPr id="9" name="Oval 7"/>
            <p:cNvSpPr>
              <a:spLocks noChangeArrowheads="1"/>
            </p:cNvSpPr>
            <p:nvPr/>
          </p:nvSpPr>
          <p:spPr bwMode="ltGray">
            <a:xfrm>
              <a:off x="209" y="2784"/>
              <a:ext cx="86" cy="86"/>
            </a:xfrm>
            <a:prstGeom prst="ellipse">
              <a:avLst/>
            </a:prstGeom>
            <a:gradFill rotWithShape="0">
              <a:gsLst>
                <a:gs pos="0">
                  <a:schemeClr val="bg2"/>
                </a:gs>
                <a:gs pos="100000">
                  <a:schemeClr val="bg1"/>
                </a:gs>
              </a:gsLst>
              <a:lin ang="189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endParaRPr lang="en-US" altLang="en-US"/>
            </a:p>
          </p:txBody>
        </p:sp>
        <p:sp>
          <p:nvSpPr>
            <p:cNvPr id="10" name="Oval 8"/>
            <p:cNvSpPr>
              <a:spLocks noChangeArrowheads="1"/>
            </p:cNvSpPr>
            <p:nvPr/>
          </p:nvSpPr>
          <p:spPr bwMode="ltGray">
            <a:xfrm>
              <a:off x="1536" y="3884"/>
              <a:ext cx="92" cy="92"/>
            </a:xfrm>
            <a:prstGeom prst="ellipse">
              <a:avLst/>
            </a:prstGeom>
            <a:gradFill rotWithShape="0">
              <a:gsLst>
                <a:gs pos="0">
                  <a:schemeClr val="bg2"/>
                </a:gs>
                <a:gs pos="100000">
                  <a:schemeClr val="bg1"/>
                </a:gs>
              </a:gsLst>
              <a:lin ang="27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endParaRPr lang="en-US" altLang="en-US"/>
            </a:p>
          </p:txBody>
        </p:sp>
        <p:sp>
          <p:nvSpPr>
            <p:cNvPr id="11" name="Oval 9"/>
            <p:cNvSpPr>
              <a:spLocks noChangeArrowheads="1"/>
            </p:cNvSpPr>
            <p:nvPr/>
          </p:nvSpPr>
          <p:spPr bwMode="ltGray">
            <a:xfrm>
              <a:off x="791" y="2723"/>
              <a:ext cx="121" cy="121"/>
            </a:xfrm>
            <a:prstGeom prst="ellipse">
              <a:avLst/>
            </a:prstGeom>
            <a:gradFill rotWithShape="0">
              <a:gsLst>
                <a:gs pos="0">
                  <a:schemeClr val="bg2"/>
                </a:gs>
                <a:gs pos="100000">
                  <a:schemeClr val="bg1"/>
                </a:gs>
              </a:gsLst>
              <a:lin ang="189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endParaRPr lang="en-US" altLang="en-US"/>
            </a:p>
          </p:txBody>
        </p:sp>
      </p:grpSp>
      <p:sp>
        <p:nvSpPr>
          <p:cNvPr id="147466" name="Rectangle 10"/>
          <p:cNvSpPr>
            <a:spLocks noGrp="1" noChangeArrowheads="1"/>
          </p:cNvSpPr>
          <p:nvPr>
            <p:ph type="ctrTitle" sz="quarter"/>
          </p:nvPr>
        </p:nvSpPr>
        <p:spPr>
          <a:xfrm>
            <a:off x="685800" y="1873250"/>
            <a:ext cx="7772400" cy="1555750"/>
          </a:xfrm>
        </p:spPr>
        <p:txBody>
          <a:bodyPr/>
          <a:lstStyle>
            <a:lvl1pPr>
              <a:defRPr sz="4800"/>
            </a:lvl1pPr>
          </a:lstStyle>
          <a:p>
            <a:r>
              <a:rPr lang="en-US"/>
              <a:t>Click to edit Master title style</a:t>
            </a:r>
          </a:p>
        </p:txBody>
      </p:sp>
      <p:sp>
        <p:nvSpPr>
          <p:cNvPr id="147467" name="Rectangle 11"/>
          <p:cNvSpPr>
            <a:spLocks noGrp="1" noChangeArrowheads="1"/>
          </p:cNvSpPr>
          <p:nvPr>
            <p:ph type="subTitle" sz="quarter" idx="1"/>
          </p:nvPr>
        </p:nvSpPr>
        <p:spPr>
          <a:xfrm>
            <a:off x="1371600" y="3886200"/>
            <a:ext cx="6400800" cy="1752600"/>
          </a:xfrm>
        </p:spPr>
        <p:txBody>
          <a:bodyPr/>
          <a:lstStyle>
            <a:lvl1pPr marL="0" indent="0" algn="ctr">
              <a:buFont typeface="Wingdings" pitchFamily="2" charset="2"/>
              <a:buNone/>
              <a:defRPr/>
            </a:lvl1pPr>
          </a:lstStyle>
          <a:p>
            <a:r>
              <a:rPr lang="en-US"/>
              <a:t>Click to edit Master subtitle style</a:t>
            </a:r>
          </a:p>
        </p:txBody>
      </p:sp>
      <p:sp>
        <p:nvSpPr>
          <p:cNvPr id="12" name="Rectangle 12"/>
          <p:cNvSpPr>
            <a:spLocks noGrp="1" noChangeArrowheads="1"/>
          </p:cNvSpPr>
          <p:nvPr>
            <p:ph type="dt" sz="quarter" idx="10"/>
          </p:nvPr>
        </p:nvSpPr>
        <p:spPr>
          <a:xfrm>
            <a:off x="457200" y="6248400"/>
            <a:ext cx="2133600" cy="457200"/>
          </a:xfrm>
        </p:spPr>
        <p:txBody>
          <a:bodyPr/>
          <a:lstStyle>
            <a:lvl1pPr>
              <a:defRPr/>
            </a:lvl1pPr>
          </a:lstStyle>
          <a:p>
            <a:pPr>
              <a:defRPr/>
            </a:pPr>
            <a:r>
              <a:rPr lang="en-US"/>
              <a:t>Ngô Công Thắng</a:t>
            </a:r>
          </a:p>
        </p:txBody>
      </p:sp>
      <p:sp>
        <p:nvSpPr>
          <p:cNvPr id="13" name="Rectangle 13"/>
          <p:cNvSpPr>
            <a:spLocks noGrp="1" noChangeArrowheads="1"/>
          </p:cNvSpPr>
          <p:nvPr>
            <p:ph type="ftr" sz="quarter" idx="11"/>
          </p:nvPr>
        </p:nvSpPr>
        <p:spPr>
          <a:xfrm>
            <a:off x="3124200" y="6248400"/>
            <a:ext cx="2895600" cy="457200"/>
          </a:xfrm>
        </p:spPr>
        <p:txBody>
          <a:bodyPr/>
          <a:lstStyle>
            <a:lvl1pPr>
              <a:defRPr/>
            </a:lvl1pPr>
          </a:lstStyle>
          <a:p>
            <a:pPr>
              <a:defRPr/>
            </a:pPr>
            <a:r>
              <a:rPr lang="en-US"/>
              <a:t>Bài giảng Cấu trúc dữ liệu và giải thuật  -  Chương 01</a:t>
            </a:r>
          </a:p>
        </p:txBody>
      </p:sp>
      <p:sp>
        <p:nvSpPr>
          <p:cNvPr id="14" name="Rectangle 14"/>
          <p:cNvSpPr>
            <a:spLocks noGrp="1" noChangeArrowheads="1"/>
          </p:cNvSpPr>
          <p:nvPr>
            <p:ph type="sldNum" sz="quarter" idx="12"/>
          </p:nvPr>
        </p:nvSpPr>
        <p:spPr>
          <a:xfrm>
            <a:off x="6553200" y="6248400"/>
            <a:ext cx="2133600" cy="457200"/>
          </a:xfrm>
        </p:spPr>
        <p:txBody>
          <a:bodyPr/>
          <a:lstStyle>
            <a:lvl1pPr>
              <a:defRPr/>
            </a:lvl1pPr>
          </a:lstStyle>
          <a:p>
            <a:pPr>
              <a:defRPr/>
            </a:pPr>
            <a:fld id="{B11B4ADB-1D8A-4644-8A9F-EE44E4AF7B78}" type="slidenum">
              <a:rPr lang="en-US"/>
              <a:pPr>
                <a:defRPr/>
              </a:pPr>
              <a:t>‹#›</a:t>
            </a:fld>
            <a:endParaRPr lang="en-US"/>
          </a:p>
        </p:txBody>
      </p:sp>
    </p:spTree>
    <p:extLst>
      <p:ext uri="{BB962C8B-B14F-4D97-AF65-F5344CB8AC3E}">
        <p14:creationId xmlns:p14="http://schemas.microsoft.com/office/powerpoint/2010/main" val="36636759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2"/>
          <p:cNvSpPr>
            <a:spLocks noGrp="1" noChangeArrowheads="1"/>
          </p:cNvSpPr>
          <p:nvPr>
            <p:ph type="dt" sz="half" idx="10"/>
          </p:nvPr>
        </p:nvSpPr>
        <p:spPr>
          <a:ln/>
        </p:spPr>
        <p:txBody>
          <a:bodyPr/>
          <a:lstStyle>
            <a:lvl1pPr>
              <a:defRPr/>
            </a:lvl1pPr>
          </a:lstStyle>
          <a:p>
            <a:pPr>
              <a:defRPr/>
            </a:pPr>
            <a:r>
              <a:rPr lang="en-US"/>
              <a:t>Ngô Công Thắng</a:t>
            </a:r>
          </a:p>
        </p:txBody>
      </p:sp>
      <p:sp>
        <p:nvSpPr>
          <p:cNvPr id="5" name="Rectangle 13"/>
          <p:cNvSpPr>
            <a:spLocks noGrp="1" noChangeArrowheads="1"/>
          </p:cNvSpPr>
          <p:nvPr>
            <p:ph type="ftr" sz="quarter" idx="11"/>
          </p:nvPr>
        </p:nvSpPr>
        <p:spPr>
          <a:ln/>
        </p:spPr>
        <p:txBody>
          <a:bodyPr/>
          <a:lstStyle>
            <a:lvl1pPr>
              <a:defRPr/>
            </a:lvl1pPr>
          </a:lstStyle>
          <a:p>
            <a:pPr>
              <a:defRPr/>
            </a:pPr>
            <a:r>
              <a:rPr lang="en-US"/>
              <a:t>Bài giảng Cấu trúc dữ liệu và giải thuật  -  Chương 01</a:t>
            </a:r>
          </a:p>
        </p:txBody>
      </p:sp>
      <p:sp>
        <p:nvSpPr>
          <p:cNvPr id="6" name="Rectangle 14"/>
          <p:cNvSpPr>
            <a:spLocks noGrp="1" noChangeArrowheads="1"/>
          </p:cNvSpPr>
          <p:nvPr>
            <p:ph type="sldNum" sz="quarter" idx="12"/>
          </p:nvPr>
        </p:nvSpPr>
        <p:spPr>
          <a:ln/>
        </p:spPr>
        <p:txBody>
          <a:bodyPr/>
          <a:lstStyle>
            <a:lvl1pPr>
              <a:defRPr/>
            </a:lvl1pPr>
          </a:lstStyle>
          <a:p>
            <a:pPr>
              <a:defRPr/>
            </a:pPr>
            <a:r>
              <a:rPr lang="en-US"/>
              <a:t>1.</a:t>
            </a:r>
            <a:fld id="{8E1F47E7-8E8C-4477-81EA-1C90FCDB03FA}" type="slidenum">
              <a:rPr lang="en-US"/>
              <a:pPr>
                <a:defRPr/>
              </a:pPr>
              <a:t>‹#›</a:t>
            </a:fld>
            <a:endParaRPr lang="en-US"/>
          </a:p>
        </p:txBody>
      </p:sp>
    </p:spTree>
    <p:extLst>
      <p:ext uri="{BB962C8B-B14F-4D97-AF65-F5344CB8AC3E}">
        <p14:creationId xmlns:p14="http://schemas.microsoft.com/office/powerpoint/2010/main" val="29598494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12"/>
          <p:cNvSpPr>
            <a:spLocks noGrp="1" noChangeArrowheads="1"/>
          </p:cNvSpPr>
          <p:nvPr>
            <p:ph type="dt" sz="half" idx="10"/>
          </p:nvPr>
        </p:nvSpPr>
        <p:spPr>
          <a:ln/>
        </p:spPr>
        <p:txBody>
          <a:bodyPr/>
          <a:lstStyle>
            <a:lvl1pPr>
              <a:defRPr/>
            </a:lvl1pPr>
          </a:lstStyle>
          <a:p>
            <a:pPr>
              <a:defRPr/>
            </a:pPr>
            <a:r>
              <a:rPr lang="en-US"/>
              <a:t>Ngô Công Thắng</a:t>
            </a:r>
          </a:p>
        </p:txBody>
      </p:sp>
      <p:sp>
        <p:nvSpPr>
          <p:cNvPr id="5" name="Rectangle 13"/>
          <p:cNvSpPr>
            <a:spLocks noGrp="1" noChangeArrowheads="1"/>
          </p:cNvSpPr>
          <p:nvPr>
            <p:ph type="ftr" sz="quarter" idx="11"/>
          </p:nvPr>
        </p:nvSpPr>
        <p:spPr>
          <a:ln/>
        </p:spPr>
        <p:txBody>
          <a:bodyPr/>
          <a:lstStyle>
            <a:lvl1pPr>
              <a:defRPr/>
            </a:lvl1pPr>
          </a:lstStyle>
          <a:p>
            <a:pPr>
              <a:defRPr/>
            </a:pPr>
            <a:r>
              <a:rPr lang="en-US"/>
              <a:t>Bài giảng Cấu trúc dữ liệu và giải thuật  -  Chương 01</a:t>
            </a:r>
          </a:p>
        </p:txBody>
      </p:sp>
      <p:sp>
        <p:nvSpPr>
          <p:cNvPr id="6" name="Rectangle 14"/>
          <p:cNvSpPr>
            <a:spLocks noGrp="1" noChangeArrowheads="1"/>
          </p:cNvSpPr>
          <p:nvPr>
            <p:ph type="sldNum" sz="quarter" idx="12"/>
          </p:nvPr>
        </p:nvSpPr>
        <p:spPr>
          <a:ln/>
        </p:spPr>
        <p:txBody>
          <a:bodyPr/>
          <a:lstStyle>
            <a:lvl1pPr>
              <a:defRPr/>
            </a:lvl1pPr>
          </a:lstStyle>
          <a:p>
            <a:pPr>
              <a:defRPr/>
            </a:pPr>
            <a:r>
              <a:rPr lang="en-US"/>
              <a:t>1.</a:t>
            </a:r>
            <a:fld id="{F48CC886-7EDA-4D20-81A3-4B7E2451F282}" type="slidenum">
              <a:rPr lang="en-US"/>
              <a:pPr>
                <a:defRPr/>
              </a:pPr>
              <a:t>‹#›</a:t>
            </a:fld>
            <a:endParaRPr lang="en-US"/>
          </a:p>
        </p:txBody>
      </p:sp>
    </p:spTree>
    <p:extLst>
      <p:ext uri="{BB962C8B-B14F-4D97-AF65-F5344CB8AC3E}">
        <p14:creationId xmlns:p14="http://schemas.microsoft.com/office/powerpoint/2010/main" val="24447211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67201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67201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12"/>
          <p:cNvSpPr>
            <a:spLocks noGrp="1" noChangeArrowheads="1"/>
          </p:cNvSpPr>
          <p:nvPr>
            <p:ph type="dt" sz="half" idx="10"/>
          </p:nvPr>
        </p:nvSpPr>
        <p:spPr>
          <a:ln/>
        </p:spPr>
        <p:txBody>
          <a:bodyPr/>
          <a:lstStyle>
            <a:lvl1pPr>
              <a:defRPr/>
            </a:lvl1pPr>
          </a:lstStyle>
          <a:p>
            <a:pPr>
              <a:defRPr/>
            </a:pPr>
            <a:r>
              <a:rPr lang="en-US"/>
              <a:t>Ngô Công Thắng</a:t>
            </a:r>
          </a:p>
        </p:txBody>
      </p:sp>
      <p:sp>
        <p:nvSpPr>
          <p:cNvPr id="6" name="Rectangle 13"/>
          <p:cNvSpPr>
            <a:spLocks noGrp="1" noChangeArrowheads="1"/>
          </p:cNvSpPr>
          <p:nvPr>
            <p:ph type="ftr" sz="quarter" idx="11"/>
          </p:nvPr>
        </p:nvSpPr>
        <p:spPr>
          <a:ln/>
        </p:spPr>
        <p:txBody>
          <a:bodyPr/>
          <a:lstStyle>
            <a:lvl1pPr>
              <a:defRPr/>
            </a:lvl1pPr>
          </a:lstStyle>
          <a:p>
            <a:pPr>
              <a:defRPr/>
            </a:pPr>
            <a:r>
              <a:rPr lang="en-US"/>
              <a:t>Bài giảng Cấu trúc dữ liệu và giải thuật  -  Chương 01</a:t>
            </a:r>
          </a:p>
        </p:txBody>
      </p:sp>
      <p:sp>
        <p:nvSpPr>
          <p:cNvPr id="7" name="Rectangle 14"/>
          <p:cNvSpPr>
            <a:spLocks noGrp="1" noChangeArrowheads="1"/>
          </p:cNvSpPr>
          <p:nvPr>
            <p:ph type="sldNum" sz="quarter" idx="12"/>
          </p:nvPr>
        </p:nvSpPr>
        <p:spPr>
          <a:ln/>
        </p:spPr>
        <p:txBody>
          <a:bodyPr/>
          <a:lstStyle>
            <a:lvl1pPr>
              <a:defRPr/>
            </a:lvl1pPr>
          </a:lstStyle>
          <a:p>
            <a:pPr>
              <a:defRPr/>
            </a:pPr>
            <a:r>
              <a:rPr lang="en-US"/>
              <a:t>1.</a:t>
            </a:r>
            <a:fld id="{848BFB10-D83F-4E82-AF58-212245FEF2DA}" type="slidenum">
              <a:rPr lang="en-US"/>
              <a:pPr>
                <a:defRPr/>
              </a:pPr>
              <a:t>‹#›</a:t>
            </a:fld>
            <a:endParaRPr lang="en-US"/>
          </a:p>
        </p:txBody>
      </p:sp>
    </p:spTree>
    <p:extLst>
      <p:ext uri="{BB962C8B-B14F-4D97-AF65-F5344CB8AC3E}">
        <p14:creationId xmlns:p14="http://schemas.microsoft.com/office/powerpoint/2010/main" val="21372619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12"/>
          <p:cNvSpPr>
            <a:spLocks noGrp="1" noChangeArrowheads="1"/>
          </p:cNvSpPr>
          <p:nvPr>
            <p:ph type="dt" sz="half" idx="10"/>
          </p:nvPr>
        </p:nvSpPr>
        <p:spPr>
          <a:ln/>
        </p:spPr>
        <p:txBody>
          <a:bodyPr/>
          <a:lstStyle>
            <a:lvl1pPr>
              <a:defRPr/>
            </a:lvl1pPr>
          </a:lstStyle>
          <a:p>
            <a:pPr>
              <a:defRPr/>
            </a:pPr>
            <a:r>
              <a:rPr lang="en-US"/>
              <a:t>Ngô Công Thắng</a:t>
            </a:r>
          </a:p>
        </p:txBody>
      </p:sp>
      <p:sp>
        <p:nvSpPr>
          <p:cNvPr id="8" name="Rectangle 13"/>
          <p:cNvSpPr>
            <a:spLocks noGrp="1" noChangeArrowheads="1"/>
          </p:cNvSpPr>
          <p:nvPr>
            <p:ph type="ftr" sz="quarter" idx="11"/>
          </p:nvPr>
        </p:nvSpPr>
        <p:spPr>
          <a:ln/>
        </p:spPr>
        <p:txBody>
          <a:bodyPr/>
          <a:lstStyle>
            <a:lvl1pPr>
              <a:defRPr/>
            </a:lvl1pPr>
          </a:lstStyle>
          <a:p>
            <a:pPr>
              <a:defRPr/>
            </a:pPr>
            <a:r>
              <a:rPr lang="en-US"/>
              <a:t>Bài giảng Cấu trúc dữ liệu và giải thuật  -  Chương 01</a:t>
            </a:r>
          </a:p>
        </p:txBody>
      </p:sp>
      <p:sp>
        <p:nvSpPr>
          <p:cNvPr id="9" name="Rectangle 14"/>
          <p:cNvSpPr>
            <a:spLocks noGrp="1" noChangeArrowheads="1"/>
          </p:cNvSpPr>
          <p:nvPr>
            <p:ph type="sldNum" sz="quarter" idx="12"/>
          </p:nvPr>
        </p:nvSpPr>
        <p:spPr>
          <a:ln/>
        </p:spPr>
        <p:txBody>
          <a:bodyPr/>
          <a:lstStyle>
            <a:lvl1pPr>
              <a:defRPr/>
            </a:lvl1pPr>
          </a:lstStyle>
          <a:p>
            <a:pPr>
              <a:defRPr/>
            </a:pPr>
            <a:r>
              <a:rPr lang="en-US"/>
              <a:t>1.</a:t>
            </a:r>
            <a:fld id="{EF9261BC-6AE3-49CF-ADFD-147F3703833F}" type="slidenum">
              <a:rPr lang="en-US"/>
              <a:pPr>
                <a:defRPr/>
              </a:pPr>
              <a:t>‹#›</a:t>
            </a:fld>
            <a:endParaRPr lang="en-US"/>
          </a:p>
        </p:txBody>
      </p:sp>
    </p:spTree>
    <p:extLst>
      <p:ext uri="{BB962C8B-B14F-4D97-AF65-F5344CB8AC3E}">
        <p14:creationId xmlns:p14="http://schemas.microsoft.com/office/powerpoint/2010/main" val="12087332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12"/>
          <p:cNvSpPr>
            <a:spLocks noGrp="1" noChangeArrowheads="1"/>
          </p:cNvSpPr>
          <p:nvPr>
            <p:ph type="dt" sz="half" idx="10"/>
          </p:nvPr>
        </p:nvSpPr>
        <p:spPr>
          <a:ln/>
        </p:spPr>
        <p:txBody>
          <a:bodyPr/>
          <a:lstStyle>
            <a:lvl1pPr>
              <a:defRPr/>
            </a:lvl1pPr>
          </a:lstStyle>
          <a:p>
            <a:pPr>
              <a:defRPr/>
            </a:pPr>
            <a:r>
              <a:rPr lang="en-US"/>
              <a:t>Ngô Công Thắng</a:t>
            </a:r>
          </a:p>
        </p:txBody>
      </p:sp>
      <p:sp>
        <p:nvSpPr>
          <p:cNvPr id="4" name="Rectangle 13"/>
          <p:cNvSpPr>
            <a:spLocks noGrp="1" noChangeArrowheads="1"/>
          </p:cNvSpPr>
          <p:nvPr>
            <p:ph type="ftr" sz="quarter" idx="11"/>
          </p:nvPr>
        </p:nvSpPr>
        <p:spPr>
          <a:ln/>
        </p:spPr>
        <p:txBody>
          <a:bodyPr/>
          <a:lstStyle>
            <a:lvl1pPr>
              <a:defRPr/>
            </a:lvl1pPr>
          </a:lstStyle>
          <a:p>
            <a:pPr>
              <a:defRPr/>
            </a:pPr>
            <a:r>
              <a:rPr lang="en-US"/>
              <a:t>Bài giảng Cấu trúc dữ liệu và giải thuật  -  Chương 01</a:t>
            </a:r>
          </a:p>
        </p:txBody>
      </p:sp>
      <p:sp>
        <p:nvSpPr>
          <p:cNvPr id="5" name="Rectangle 14"/>
          <p:cNvSpPr>
            <a:spLocks noGrp="1" noChangeArrowheads="1"/>
          </p:cNvSpPr>
          <p:nvPr>
            <p:ph type="sldNum" sz="quarter" idx="12"/>
          </p:nvPr>
        </p:nvSpPr>
        <p:spPr>
          <a:ln/>
        </p:spPr>
        <p:txBody>
          <a:bodyPr/>
          <a:lstStyle>
            <a:lvl1pPr>
              <a:defRPr/>
            </a:lvl1pPr>
          </a:lstStyle>
          <a:p>
            <a:pPr>
              <a:defRPr/>
            </a:pPr>
            <a:r>
              <a:rPr lang="en-US"/>
              <a:t>1.</a:t>
            </a:r>
            <a:fld id="{AAC56B2F-5A18-4C0D-8A52-82663D775CE1}" type="slidenum">
              <a:rPr lang="en-US"/>
              <a:pPr>
                <a:defRPr/>
              </a:pPr>
              <a:t>‹#›</a:t>
            </a:fld>
            <a:endParaRPr lang="en-US"/>
          </a:p>
        </p:txBody>
      </p:sp>
    </p:spTree>
    <p:extLst>
      <p:ext uri="{BB962C8B-B14F-4D97-AF65-F5344CB8AC3E}">
        <p14:creationId xmlns:p14="http://schemas.microsoft.com/office/powerpoint/2010/main" val="259543578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12"/>
          <p:cNvSpPr>
            <a:spLocks noGrp="1" noChangeArrowheads="1"/>
          </p:cNvSpPr>
          <p:nvPr>
            <p:ph type="dt" sz="half" idx="10"/>
          </p:nvPr>
        </p:nvSpPr>
        <p:spPr>
          <a:ln/>
        </p:spPr>
        <p:txBody>
          <a:bodyPr/>
          <a:lstStyle>
            <a:lvl1pPr>
              <a:defRPr/>
            </a:lvl1pPr>
          </a:lstStyle>
          <a:p>
            <a:pPr>
              <a:defRPr/>
            </a:pPr>
            <a:r>
              <a:rPr lang="en-US"/>
              <a:t>Ngô Công Thắng</a:t>
            </a:r>
          </a:p>
        </p:txBody>
      </p:sp>
      <p:sp>
        <p:nvSpPr>
          <p:cNvPr id="3" name="Rectangle 13"/>
          <p:cNvSpPr>
            <a:spLocks noGrp="1" noChangeArrowheads="1"/>
          </p:cNvSpPr>
          <p:nvPr>
            <p:ph type="ftr" sz="quarter" idx="11"/>
          </p:nvPr>
        </p:nvSpPr>
        <p:spPr>
          <a:ln/>
        </p:spPr>
        <p:txBody>
          <a:bodyPr/>
          <a:lstStyle>
            <a:lvl1pPr>
              <a:defRPr/>
            </a:lvl1pPr>
          </a:lstStyle>
          <a:p>
            <a:pPr>
              <a:defRPr/>
            </a:pPr>
            <a:r>
              <a:rPr lang="en-US"/>
              <a:t>Bài giảng Cấu trúc dữ liệu và giải thuật  -  Chương 01</a:t>
            </a:r>
          </a:p>
        </p:txBody>
      </p:sp>
      <p:sp>
        <p:nvSpPr>
          <p:cNvPr id="4" name="Rectangle 14"/>
          <p:cNvSpPr>
            <a:spLocks noGrp="1" noChangeArrowheads="1"/>
          </p:cNvSpPr>
          <p:nvPr>
            <p:ph type="sldNum" sz="quarter" idx="12"/>
          </p:nvPr>
        </p:nvSpPr>
        <p:spPr>
          <a:ln/>
        </p:spPr>
        <p:txBody>
          <a:bodyPr/>
          <a:lstStyle>
            <a:lvl1pPr>
              <a:defRPr/>
            </a:lvl1pPr>
          </a:lstStyle>
          <a:p>
            <a:pPr>
              <a:defRPr/>
            </a:pPr>
            <a:r>
              <a:rPr lang="en-US"/>
              <a:t>1.</a:t>
            </a:r>
            <a:fld id="{40EB4FCA-3824-452B-908C-74B6EBE66F74}" type="slidenum">
              <a:rPr lang="en-US"/>
              <a:pPr>
                <a:defRPr/>
              </a:pPr>
              <a:t>‹#›</a:t>
            </a:fld>
            <a:endParaRPr lang="en-US"/>
          </a:p>
        </p:txBody>
      </p:sp>
    </p:spTree>
    <p:extLst>
      <p:ext uri="{BB962C8B-B14F-4D97-AF65-F5344CB8AC3E}">
        <p14:creationId xmlns:p14="http://schemas.microsoft.com/office/powerpoint/2010/main" val="32012899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12"/>
          <p:cNvSpPr>
            <a:spLocks noGrp="1" noChangeArrowheads="1"/>
          </p:cNvSpPr>
          <p:nvPr>
            <p:ph type="dt" sz="half" idx="10"/>
          </p:nvPr>
        </p:nvSpPr>
        <p:spPr>
          <a:ln/>
        </p:spPr>
        <p:txBody>
          <a:bodyPr/>
          <a:lstStyle>
            <a:lvl1pPr>
              <a:defRPr/>
            </a:lvl1pPr>
          </a:lstStyle>
          <a:p>
            <a:pPr>
              <a:defRPr/>
            </a:pPr>
            <a:r>
              <a:rPr lang="en-US"/>
              <a:t>Ngô Công Thắng</a:t>
            </a:r>
          </a:p>
        </p:txBody>
      </p:sp>
      <p:sp>
        <p:nvSpPr>
          <p:cNvPr id="6" name="Rectangle 13"/>
          <p:cNvSpPr>
            <a:spLocks noGrp="1" noChangeArrowheads="1"/>
          </p:cNvSpPr>
          <p:nvPr>
            <p:ph type="ftr" sz="quarter" idx="11"/>
          </p:nvPr>
        </p:nvSpPr>
        <p:spPr>
          <a:ln/>
        </p:spPr>
        <p:txBody>
          <a:bodyPr/>
          <a:lstStyle>
            <a:lvl1pPr>
              <a:defRPr/>
            </a:lvl1pPr>
          </a:lstStyle>
          <a:p>
            <a:pPr>
              <a:defRPr/>
            </a:pPr>
            <a:r>
              <a:rPr lang="en-US"/>
              <a:t>Bài giảng Cấu trúc dữ liệu và giải thuật  -  Chương 01</a:t>
            </a:r>
          </a:p>
        </p:txBody>
      </p:sp>
      <p:sp>
        <p:nvSpPr>
          <p:cNvPr id="7" name="Rectangle 14"/>
          <p:cNvSpPr>
            <a:spLocks noGrp="1" noChangeArrowheads="1"/>
          </p:cNvSpPr>
          <p:nvPr>
            <p:ph type="sldNum" sz="quarter" idx="12"/>
          </p:nvPr>
        </p:nvSpPr>
        <p:spPr>
          <a:ln/>
        </p:spPr>
        <p:txBody>
          <a:bodyPr/>
          <a:lstStyle>
            <a:lvl1pPr>
              <a:defRPr/>
            </a:lvl1pPr>
          </a:lstStyle>
          <a:p>
            <a:pPr>
              <a:defRPr/>
            </a:pPr>
            <a:r>
              <a:rPr lang="en-US"/>
              <a:t>1.</a:t>
            </a:r>
            <a:fld id="{95D29917-E7F6-4CF2-94F6-BA7212771EC5}" type="slidenum">
              <a:rPr lang="en-US"/>
              <a:pPr>
                <a:defRPr/>
              </a:pPr>
              <a:t>‹#›</a:t>
            </a:fld>
            <a:endParaRPr lang="en-US"/>
          </a:p>
        </p:txBody>
      </p:sp>
    </p:spTree>
    <p:extLst>
      <p:ext uri="{BB962C8B-B14F-4D97-AF65-F5344CB8AC3E}">
        <p14:creationId xmlns:p14="http://schemas.microsoft.com/office/powerpoint/2010/main" val="6338882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12"/>
          <p:cNvSpPr>
            <a:spLocks noGrp="1" noChangeArrowheads="1"/>
          </p:cNvSpPr>
          <p:nvPr>
            <p:ph type="dt" sz="half" idx="10"/>
          </p:nvPr>
        </p:nvSpPr>
        <p:spPr>
          <a:ln/>
        </p:spPr>
        <p:txBody>
          <a:bodyPr/>
          <a:lstStyle>
            <a:lvl1pPr>
              <a:defRPr/>
            </a:lvl1pPr>
          </a:lstStyle>
          <a:p>
            <a:pPr>
              <a:defRPr/>
            </a:pPr>
            <a:r>
              <a:rPr lang="en-US"/>
              <a:t>Ngô Công Thắng</a:t>
            </a:r>
          </a:p>
        </p:txBody>
      </p:sp>
      <p:sp>
        <p:nvSpPr>
          <p:cNvPr id="6" name="Rectangle 13"/>
          <p:cNvSpPr>
            <a:spLocks noGrp="1" noChangeArrowheads="1"/>
          </p:cNvSpPr>
          <p:nvPr>
            <p:ph type="ftr" sz="quarter" idx="11"/>
          </p:nvPr>
        </p:nvSpPr>
        <p:spPr>
          <a:ln/>
        </p:spPr>
        <p:txBody>
          <a:bodyPr/>
          <a:lstStyle>
            <a:lvl1pPr>
              <a:defRPr/>
            </a:lvl1pPr>
          </a:lstStyle>
          <a:p>
            <a:pPr>
              <a:defRPr/>
            </a:pPr>
            <a:r>
              <a:rPr lang="en-US"/>
              <a:t>Bài giảng Cấu trúc dữ liệu và giải thuật  -  Chương 01</a:t>
            </a:r>
          </a:p>
        </p:txBody>
      </p:sp>
      <p:sp>
        <p:nvSpPr>
          <p:cNvPr id="7" name="Rectangle 14"/>
          <p:cNvSpPr>
            <a:spLocks noGrp="1" noChangeArrowheads="1"/>
          </p:cNvSpPr>
          <p:nvPr>
            <p:ph type="sldNum" sz="quarter" idx="12"/>
          </p:nvPr>
        </p:nvSpPr>
        <p:spPr>
          <a:ln/>
        </p:spPr>
        <p:txBody>
          <a:bodyPr/>
          <a:lstStyle>
            <a:lvl1pPr>
              <a:defRPr/>
            </a:lvl1pPr>
          </a:lstStyle>
          <a:p>
            <a:pPr>
              <a:defRPr/>
            </a:pPr>
            <a:r>
              <a:rPr lang="en-US"/>
              <a:t>1.</a:t>
            </a:r>
            <a:fld id="{8C2AF422-D871-4320-895E-A40B943D760C}" type="slidenum">
              <a:rPr lang="en-US"/>
              <a:pPr>
                <a:defRPr/>
              </a:pPr>
              <a:t>‹#›</a:t>
            </a:fld>
            <a:endParaRPr lang="en-US"/>
          </a:p>
        </p:txBody>
      </p:sp>
    </p:spTree>
    <p:extLst>
      <p:ext uri="{BB962C8B-B14F-4D97-AF65-F5344CB8AC3E}">
        <p14:creationId xmlns:p14="http://schemas.microsoft.com/office/powerpoint/2010/main" val="21568936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2"/>
          <p:cNvSpPr>
            <a:spLocks noGrp="1" noChangeArrowheads="1"/>
          </p:cNvSpPr>
          <p:nvPr>
            <p:ph type="dt" sz="half" idx="10"/>
          </p:nvPr>
        </p:nvSpPr>
        <p:spPr>
          <a:ln/>
        </p:spPr>
        <p:txBody>
          <a:bodyPr/>
          <a:lstStyle>
            <a:lvl1pPr>
              <a:defRPr/>
            </a:lvl1pPr>
          </a:lstStyle>
          <a:p>
            <a:pPr>
              <a:defRPr/>
            </a:pPr>
            <a:r>
              <a:rPr lang="en-US"/>
              <a:t>Ngô Công Thắng</a:t>
            </a:r>
          </a:p>
        </p:txBody>
      </p:sp>
      <p:sp>
        <p:nvSpPr>
          <p:cNvPr id="5" name="Rectangle 13"/>
          <p:cNvSpPr>
            <a:spLocks noGrp="1" noChangeArrowheads="1"/>
          </p:cNvSpPr>
          <p:nvPr>
            <p:ph type="ftr" sz="quarter" idx="11"/>
          </p:nvPr>
        </p:nvSpPr>
        <p:spPr>
          <a:ln/>
        </p:spPr>
        <p:txBody>
          <a:bodyPr/>
          <a:lstStyle>
            <a:lvl1pPr>
              <a:defRPr/>
            </a:lvl1pPr>
          </a:lstStyle>
          <a:p>
            <a:pPr>
              <a:defRPr/>
            </a:pPr>
            <a:r>
              <a:rPr lang="en-US"/>
              <a:t>Bài giảng Cấu trúc dữ liệu và giải thuật  -  Chương 01</a:t>
            </a:r>
          </a:p>
        </p:txBody>
      </p:sp>
      <p:sp>
        <p:nvSpPr>
          <p:cNvPr id="6" name="Rectangle 14"/>
          <p:cNvSpPr>
            <a:spLocks noGrp="1" noChangeArrowheads="1"/>
          </p:cNvSpPr>
          <p:nvPr>
            <p:ph type="sldNum" sz="quarter" idx="12"/>
          </p:nvPr>
        </p:nvSpPr>
        <p:spPr>
          <a:ln/>
        </p:spPr>
        <p:txBody>
          <a:bodyPr/>
          <a:lstStyle>
            <a:lvl1pPr>
              <a:defRPr/>
            </a:lvl1pPr>
          </a:lstStyle>
          <a:p>
            <a:pPr>
              <a:defRPr/>
            </a:pPr>
            <a:r>
              <a:rPr lang="en-US"/>
              <a:t>1.</a:t>
            </a:r>
            <a:fld id="{2BE2CB7B-051A-4A8F-8177-3B6912DD8FF8}" type="slidenum">
              <a:rPr lang="en-US"/>
              <a:pPr>
                <a:defRPr/>
              </a:pPr>
              <a:t>‹#›</a:t>
            </a:fld>
            <a:endParaRPr lang="en-US"/>
          </a:p>
        </p:txBody>
      </p:sp>
    </p:spTree>
    <p:extLst>
      <p:ext uri="{BB962C8B-B14F-4D97-AF65-F5344CB8AC3E}">
        <p14:creationId xmlns:p14="http://schemas.microsoft.com/office/powerpoint/2010/main" val="33982322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7813"/>
            <a:ext cx="2057400" cy="5994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7813"/>
            <a:ext cx="6019800" cy="5994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2"/>
          <p:cNvSpPr>
            <a:spLocks noGrp="1" noChangeArrowheads="1"/>
          </p:cNvSpPr>
          <p:nvPr>
            <p:ph type="dt" sz="half" idx="10"/>
          </p:nvPr>
        </p:nvSpPr>
        <p:spPr>
          <a:ln/>
        </p:spPr>
        <p:txBody>
          <a:bodyPr/>
          <a:lstStyle>
            <a:lvl1pPr>
              <a:defRPr/>
            </a:lvl1pPr>
          </a:lstStyle>
          <a:p>
            <a:pPr>
              <a:defRPr/>
            </a:pPr>
            <a:r>
              <a:rPr lang="en-US"/>
              <a:t>Ngô Công Thắng</a:t>
            </a:r>
          </a:p>
        </p:txBody>
      </p:sp>
      <p:sp>
        <p:nvSpPr>
          <p:cNvPr id="5" name="Rectangle 13"/>
          <p:cNvSpPr>
            <a:spLocks noGrp="1" noChangeArrowheads="1"/>
          </p:cNvSpPr>
          <p:nvPr>
            <p:ph type="ftr" sz="quarter" idx="11"/>
          </p:nvPr>
        </p:nvSpPr>
        <p:spPr>
          <a:ln/>
        </p:spPr>
        <p:txBody>
          <a:bodyPr/>
          <a:lstStyle>
            <a:lvl1pPr>
              <a:defRPr/>
            </a:lvl1pPr>
          </a:lstStyle>
          <a:p>
            <a:pPr>
              <a:defRPr/>
            </a:pPr>
            <a:r>
              <a:rPr lang="en-US"/>
              <a:t>Bài giảng Cấu trúc dữ liệu và giải thuật  -  Chương 01</a:t>
            </a:r>
          </a:p>
        </p:txBody>
      </p:sp>
      <p:sp>
        <p:nvSpPr>
          <p:cNvPr id="6" name="Rectangle 14"/>
          <p:cNvSpPr>
            <a:spLocks noGrp="1" noChangeArrowheads="1"/>
          </p:cNvSpPr>
          <p:nvPr>
            <p:ph type="sldNum" sz="quarter" idx="12"/>
          </p:nvPr>
        </p:nvSpPr>
        <p:spPr>
          <a:ln/>
        </p:spPr>
        <p:txBody>
          <a:bodyPr/>
          <a:lstStyle>
            <a:lvl1pPr>
              <a:defRPr/>
            </a:lvl1pPr>
          </a:lstStyle>
          <a:p>
            <a:pPr>
              <a:defRPr/>
            </a:pPr>
            <a:r>
              <a:rPr lang="en-US"/>
              <a:t>1.</a:t>
            </a:r>
            <a:fld id="{EF3D846E-B099-4708-92C0-040C7EDC8A4E}" type="slidenum">
              <a:rPr lang="en-US"/>
              <a:pPr>
                <a:defRPr/>
              </a:pPr>
              <a:t>‹#›</a:t>
            </a:fld>
            <a:endParaRPr lang="en-US"/>
          </a:p>
        </p:txBody>
      </p:sp>
    </p:spTree>
    <p:extLst>
      <p:ext uri="{BB962C8B-B14F-4D97-AF65-F5344CB8AC3E}">
        <p14:creationId xmlns:p14="http://schemas.microsoft.com/office/powerpoint/2010/main" val="64127678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OverObj" preserve="1">
  <p:cSld name="Title and Text over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7813"/>
            <a:ext cx="8229600" cy="1139825"/>
          </a:xfrm>
        </p:spPr>
        <p:txBody>
          <a:bodyPr/>
          <a:lstStyle/>
          <a:p>
            <a:r>
              <a:rPr lang="en-US"/>
              <a:t>Click to edit Master title style</a:t>
            </a:r>
          </a:p>
        </p:txBody>
      </p:sp>
      <p:sp>
        <p:nvSpPr>
          <p:cNvPr id="3" name="Text Placeholder 2"/>
          <p:cNvSpPr>
            <a:spLocks noGrp="1"/>
          </p:cNvSpPr>
          <p:nvPr>
            <p:ph type="body" sz="half" idx="1"/>
          </p:nvPr>
        </p:nvSpPr>
        <p:spPr>
          <a:xfrm>
            <a:off x="457200" y="1600200"/>
            <a:ext cx="8229600" cy="22590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57200" y="4011613"/>
            <a:ext cx="8229600" cy="2260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12"/>
          <p:cNvSpPr>
            <a:spLocks noGrp="1" noChangeArrowheads="1"/>
          </p:cNvSpPr>
          <p:nvPr>
            <p:ph type="dt" sz="half" idx="10"/>
          </p:nvPr>
        </p:nvSpPr>
        <p:spPr>
          <a:ln/>
        </p:spPr>
        <p:txBody>
          <a:bodyPr/>
          <a:lstStyle>
            <a:lvl1pPr>
              <a:defRPr/>
            </a:lvl1pPr>
          </a:lstStyle>
          <a:p>
            <a:pPr>
              <a:defRPr/>
            </a:pPr>
            <a:r>
              <a:rPr lang="en-US"/>
              <a:t>Ngô Công Thắng</a:t>
            </a:r>
          </a:p>
        </p:txBody>
      </p:sp>
      <p:sp>
        <p:nvSpPr>
          <p:cNvPr id="6" name="Rectangle 13"/>
          <p:cNvSpPr>
            <a:spLocks noGrp="1" noChangeArrowheads="1"/>
          </p:cNvSpPr>
          <p:nvPr>
            <p:ph type="ftr" sz="quarter" idx="11"/>
          </p:nvPr>
        </p:nvSpPr>
        <p:spPr>
          <a:ln/>
        </p:spPr>
        <p:txBody>
          <a:bodyPr/>
          <a:lstStyle>
            <a:lvl1pPr>
              <a:defRPr/>
            </a:lvl1pPr>
          </a:lstStyle>
          <a:p>
            <a:pPr>
              <a:defRPr/>
            </a:pPr>
            <a:r>
              <a:rPr lang="en-US"/>
              <a:t>Bài giảng Cấu trúc dữ liệu và giải thuật  -  Chương 01</a:t>
            </a:r>
          </a:p>
        </p:txBody>
      </p:sp>
      <p:sp>
        <p:nvSpPr>
          <p:cNvPr id="7" name="Rectangle 14"/>
          <p:cNvSpPr>
            <a:spLocks noGrp="1" noChangeArrowheads="1"/>
          </p:cNvSpPr>
          <p:nvPr>
            <p:ph type="sldNum" sz="quarter" idx="12"/>
          </p:nvPr>
        </p:nvSpPr>
        <p:spPr>
          <a:ln/>
        </p:spPr>
        <p:txBody>
          <a:bodyPr/>
          <a:lstStyle>
            <a:lvl1pPr>
              <a:defRPr/>
            </a:lvl1pPr>
          </a:lstStyle>
          <a:p>
            <a:pPr>
              <a:defRPr/>
            </a:pPr>
            <a:r>
              <a:rPr lang="en-US"/>
              <a:t>1.</a:t>
            </a:r>
            <a:fld id="{C0D9A5AB-05D0-46C4-B06D-2EAC21201A9E}" type="slidenum">
              <a:rPr lang="en-US"/>
              <a:pPr>
                <a:defRPr/>
              </a:pPr>
              <a:t>‹#›</a:t>
            </a:fld>
            <a:endParaRPr lang="en-US"/>
          </a:p>
        </p:txBody>
      </p:sp>
    </p:spTree>
    <p:extLst>
      <p:ext uri="{BB962C8B-B14F-4D97-AF65-F5344CB8AC3E}">
        <p14:creationId xmlns:p14="http://schemas.microsoft.com/office/powerpoint/2010/main" val="25723644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026" name="Group 2"/>
          <p:cNvGrpSpPr>
            <a:grpSpLocks/>
          </p:cNvGrpSpPr>
          <p:nvPr/>
        </p:nvGrpSpPr>
        <p:grpSpPr bwMode="auto">
          <a:xfrm>
            <a:off x="0" y="3902075"/>
            <a:ext cx="3400425" cy="2949575"/>
            <a:chOff x="0" y="2458"/>
            <a:chExt cx="2142" cy="1858"/>
          </a:xfrm>
        </p:grpSpPr>
        <p:sp>
          <p:nvSpPr>
            <p:cNvPr id="146435" name="Freeform 3"/>
            <p:cNvSpPr>
              <a:spLocks/>
            </p:cNvSpPr>
            <p:nvPr/>
          </p:nvSpPr>
          <p:spPr bwMode="ltGray">
            <a:xfrm>
              <a:off x="0" y="2508"/>
              <a:ext cx="2142" cy="1804"/>
            </a:xfrm>
            <a:custGeom>
              <a:avLst/>
              <a:gdLst/>
              <a:ahLst/>
              <a:cxnLst>
                <a:cxn ang="0">
                  <a:pos x="329" y="66"/>
                </a:cxn>
                <a:cxn ang="0">
                  <a:pos x="161" y="30"/>
                </a:cxn>
                <a:cxn ang="0">
                  <a:pos x="0" y="0"/>
                </a:cxn>
                <a:cxn ang="0">
                  <a:pos x="0" y="12"/>
                </a:cxn>
                <a:cxn ang="0">
                  <a:pos x="161" y="42"/>
                </a:cxn>
                <a:cxn ang="0">
                  <a:pos x="323" y="78"/>
                </a:cxn>
                <a:cxn ang="0">
                  <a:pos x="556" y="150"/>
                </a:cxn>
                <a:cxn ang="0">
                  <a:pos x="777" y="245"/>
                </a:cxn>
                <a:cxn ang="0">
                  <a:pos x="993" y="365"/>
                </a:cxn>
                <a:cxn ang="0">
                  <a:pos x="1196" y="503"/>
                </a:cxn>
                <a:cxn ang="0">
                  <a:pos x="1381" y="653"/>
                </a:cxn>
                <a:cxn ang="0">
                  <a:pos x="1555" y="827"/>
                </a:cxn>
                <a:cxn ang="0">
                  <a:pos x="1710" y="1019"/>
                </a:cxn>
                <a:cxn ang="0">
                  <a:pos x="1854" y="1229"/>
                </a:cxn>
                <a:cxn ang="0">
                  <a:pos x="1937" y="1366"/>
                </a:cxn>
                <a:cxn ang="0">
                  <a:pos x="2009" y="1510"/>
                </a:cxn>
                <a:cxn ang="0">
                  <a:pos x="2069" y="1654"/>
                </a:cxn>
                <a:cxn ang="0">
                  <a:pos x="2123" y="1804"/>
                </a:cxn>
                <a:cxn ang="0">
                  <a:pos x="2135" y="1804"/>
                </a:cxn>
                <a:cxn ang="0">
                  <a:pos x="2081" y="1654"/>
                </a:cxn>
                <a:cxn ang="0">
                  <a:pos x="2021" y="1510"/>
                </a:cxn>
                <a:cxn ang="0">
                  <a:pos x="1949" y="1366"/>
                </a:cxn>
                <a:cxn ang="0">
                  <a:pos x="1866" y="1223"/>
                </a:cxn>
                <a:cxn ang="0">
                  <a:pos x="1722" y="1013"/>
                </a:cxn>
                <a:cxn ang="0">
                  <a:pos x="1561" y="821"/>
                </a:cxn>
                <a:cxn ang="0">
                  <a:pos x="1387" y="647"/>
                </a:cxn>
                <a:cxn ang="0">
                  <a:pos x="1202" y="491"/>
                </a:cxn>
                <a:cxn ang="0">
                  <a:pos x="999" y="353"/>
                </a:cxn>
                <a:cxn ang="0">
                  <a:pos x="783" y="239"/>
                </a:cxn>
                <a:cxn ang="0">
                  <a:pos x="562" y="138"/>
                </a:cxn>
                <a:cxn ang="0">
                  <a:pos x="329" y="66"/>
                </a:cxn>
                <a:cxn ang="0">
                  <a:pos x="329" y="66"/>
                </a:cxn>
              </a:cxnLst>
              <a:rect l="0" t="0" r="r" b="b"/>
              <a:pathLst>
                <a:path w="2135" h="1804">
                  <a:moveTo>
                    <a:pt x="329" y="66"/>
                  </a:moveTo>
                  <a:lnTo>
                    <a:pt x="161" y="30"/>
                  </a:lnTo>
                  <a:lnTo>
                    <a:pt x="0" y="0"/>
                  </a:lnTo>
                  <a:lnTo>
                    <a:pt x="0" y="12"/>
                  </a:lnTo>
                  <a:lnTo>
                    <a:pt x="161" y="42"/>
                  </a:lnTo>
                  <a:lnTo>
                    <a:pt x="323" y="78"/>
                  </a:lnTo>
                  <a:lnTo>
                    <a:pt x="556" y="150"/>
                  </a:lnTo>
                  <a:lnTo>
                    <a:pt x="777" y="245"/>
                  </a:lnTo>
                  <a:lnTo>
                    <a:pt x="993" y="365"/>
                  </a:lnTo>
                  <a:lnTo>
                    <a:pt x="1196" y="503"/>
                  </a:lnTo>
                  <a:lnTo>
                    <a:pt x="1381" y="653"/>
                  </a:lnTo>
                  <a:lnTo>
                    <a:pt x="1555" y="827"/>
                  </a:lnTo>
                  <a:lnTo>
                    <a:pt x="1710" y="1019"/>
                  </a:lnTo>
                  <a:lnTo>
                    <a:pt x="1854" y="1229"/>
                  </a:lnTo>
                  <a:lnTo>
                    <a:pt x="1937" y="1366"/>
                  </a:lnTo>
                  <a:lnTo>
                    <a:pt x="2009" y="1510"/>
                  </a:lnTo>
                  <a:lnTo>
                    <a:pt x="2069" y="1654"/>
                  </a:lnTo>
                  <a:lnTo>
                    <a:pt x="2123" y="1804"/>
                  </a:lnTo>
                  <a:lnTo>
                    <a:pt x="2135" y="1804"/>
                  </a:lnTo>
                  <a:lnTo>
                    <a:pt x="2081" y="1654"/>
                  </a:lnTo>
                  <a:lnTo>
                    <a:pt x="2021" y="1510"/>
                  </a:lnTo>
                  <a:lnTo>
                    <a:pt x="1949" y="1366"/>
                  </a:lnTo>
                  <a:lnTo>
                    <a:pt x="1866" y="1223"/>
                  </a:lnTo>
                  <a:lnTo>
                    <a:pt x="1722" y="1013"/>
                  </a:lnTo>
                  <a:lnTo>
                    <a:pt x="1561" y="821"/>
                  </a:lnTo>
                  <a:lnTo>
                    <a:pt x="1387" y="647"/>
                  </a:lnTo>
                  <a:lnTo>
                    <a:pt x="1202" y="491"/>
                  </a:lnTo>
                  <a:lnTo>
                    <a:pt x="999" y="353"/>
                  </a:lnTo>
                  <a:lnTo>
                    <a:pt x="783" y="239"/>
                  </a:lnTo>
                  <a:lnTo>
                    <a:pt x="562" y="138"/>
                  </a:lnTo>
                  <a:lnTo>
                    <a:pt x="329" y="66"/>
                  </a:lnTo>
                  <a:lnTo>
                    <a:pt x="329" y="66"/>
                  </a:lnTo>
                  <a:close/>
                </a:path>
              </a:pathLst>
            </a:custGeom>
            <a:gradFill rotWithShape="0">
              <a:gsLst>
                <a:gs pos="0">
                  <a:schemeClr val="bg1"/>
                </a:gs>
                <a:gs pos="50000">
                  <a:schemeClr val="bg2"/>
                </a:gs>
                <a:gs pos="100000">
                  <a:schemeClr val="bg1"/>
                </a:gs>
              </a:gsLst>
              <a:lin ang="2700000" scaled="1"/>
            </a:gradFill>
            <a:ln w="9525">
              <a:noFill/>
              <a:round/>
              <a:headEnd/>
              <a:tailEnd/>
            </a:ln>
          </p:spPr>
          <p:txBody>
            <a:bodyPr/>
            <a:lstStyle/>
            <a:p>
              <a:pPr>
                <a:defRPr/>
              </a:pPr>
              <a:endParaRPr lang="en-US"/>
            </a:p>
          </p:txBody>
        </p:sp>
        <p:sp>
          <p:nvSpPr>
            <p:cNvPr id="146436" name="Freeform 4"/>
            <p:cNvSpPr>
              <a:spLocks/>
            </p:cNvSpPr>
            <p:nvPr/>
          </p:nvSpPr>
          <p:spPr bwMode="hidden">
            <a:xfrm>
              <a:off x="0" y="2458"/>
              <a:ext cx="1854" cy="1858"/>
            </a:xfrm>
            <a:custGeom>
              <a:avLst/>
              <a:gdLst/>
              <a:ahLst/>
              <a:cxnLst>
                <a:cxn ang="0">
                  <a:pos x="1854" y="1858"/>
                </a:cxn>
                <a:cxn ang="0">
                  <a:pos x="0" y="1858"/>
                </a:cxn>
                <a:cxn ang="0">
                  <a:pos x="0" y="0"/>
                </a:cxn>
                <a:cxn ang="0">
                  <a:pos x="1854" y="1858"/>
                </a:cxn>
                <a:cxn ang="0">
                  <a:pos x="1854" y="1858"/>
                </a:cxn>
              </a:cxnLst>
              <a:rect l="0" t="0" r="r" b="b"/>
              <a:pathLst>
                <a:path w="1854" h="1858">
                  <a:moveTo>
                    <a:pt x="1854" y="1858"/>
                  </a:moveTo>
                  <a:lnTo>
                    <a:pt x="0" y="1858"/>
                  </a:lnTo>
                  <a:lnTo>
                    <a:pt x="0" y="0"/>
                  </a:lnTo>
                  <a:lnTo>
                    <a:pt x="1854" y="1858"/>
                  </a:lnTo>
                  <a:lnTo>
                    <a:pt x="1854" y="1858"/>
                  </a:lnTo>
                  <a:close/>
                </a:path>
              </a:pathLst>
            </a:custGeom>
            <a:gradFill rotWithShape="0">
              <a:gsLst>
                <a:gs pos="0">
                  <a:schemeClr val="bg2"/>
                </a:gs>
                <a:gs pos="50000">
                  <a:schemeClr val="bg1"/>
                </a:gs>
                <a:gs pos="100000">
                  <a:schemeClr val="bg2"/>
                </a:gs>
              </a:gsLst>
              <a:lin ang="18900000" scaled="1"/>
            </a:gradFill>
            <a:ln w="9525">
              <a:noFill/>
              <a:round/>
              <a:headEnd/>
              <a:tailEnd/>
            </a:ln>
          </p:spPr>
          <p:txBody>
            <a:bodyPr/>
            <a:lstStyle/>
            <a:p>
              <a:pPr>
                <a:defRPr/>
              </a:pPr>
              <a:endParaRPr lang="en-US"/>
            </a:p>
          </p:txBody>
        </p:sp>
        <p:sp>
          <p:nvSpPr>
            <p:cNvPr id="146437" name="Freeform 5"/>
            <p:cNvSpPr>
              <a:spLocks/>
            </p:cNvSpPr>
            <p:nvPr/>
          </p:nvSpPr>
          <p:spPr bwMode="ltGray">
            <a:xfrm>
              <a:off x="0" y="2735"/>
              <a:ext cx="1745" cy="1577"/>
            </a:xfrm>
            <a:custGeom>
              <a:avLst/>
              <a:gdLst/>
              <a:ahLst/>
              <a:cxnLst>
                <a:cxn ang="0">
                  <a:pos x="1640" y="1377"/>
                </a:cxn>
                <a:cxn ang="0">
                  <a:pos x="1692" y="1479"/>
                </a:cxn>
                <a:cxn ang="0">
                  <a:pos x="1732" y="1577"/>
                </a:cxn>
                <a:cxn ang="0">
                  <a:pos x="1745" y="1577"/>
                </a:cxn>
                <a:cxn ang="0">
                  <a:pos x="1703" y="1469"/>
                </a:cxn>
                <a:cxn ang="0">
                  <a:pos x="1649" y="1367"/>
                </a:cxn>
                <a:cxn ang="0">
                  <a:pos x="1535" y="1157"/>
                </a:cxn>
                <a:cxn ang="0">
                  <a:pos x="1395" y="951"/>
                </a:cxn>
                <a:cxn ang="0">
                  <a:pos x="1236" y="756"/>
                </a:cxn>
                <a:cxn ang="0">
                  <a:pos x="1061" y="582"/>
                </a:cxn>
                <a:cxn ang="0">
                  <a:pos x="876" y="426"/>
                </a:cxn>
                <a:cxn ang="0">
                  <a:pos x="672" y="294"/>
                </a:cxn>
                <a:cxn ang="0">
                  <a:pos x="455" y="174"/>
                </a:cxn>
                <a:cxn ang="0">
                  <a:pos x="234" y="78"/>
                </a:cxn>
                <a:cxn ang="0">
                  <a:pos x="0" y="0"/>
                </a:cxn>
                <a:cxn ang="0">
                  <a:pos x="0" y="12"/>
                </a:cxn>
                <a:cxn ang="0">
                  <a:pos x="222" y="89"/>
                </a:cxn>
                <a:cxn ang="0">
                  <a:pos x="446" y="185"/>
                </a:cxn>
                <a:cxn ang="0">
                  <a:pos x="662" y="305"/>
                </a:cxn>
                <a:cxn ang="0">
                  <a:pos x="866" y="437"/>
                </a:cxn>
                <a:cxn ang="0">
                  <a:pos x="1052" y="593"/>
                </a:cxn>
                <a:cxn ang="0">
                  <a:pos x="1226" y="767"/>
                </a:cxn>
                <a:cxn ang="0">
                  <a:pos x="1385" y="960"/>
                </a:cxn>
                <a:cxn ang="0">
                  <a:pos x="1526" y="1167"/>
                </a:cxn>
                <a:cxn ang="0">
                  <a:pos x="1640" y="1377"/>
                </a:cxn>
              </a:cxnLst>
              <a:rect l="0" t="0" r="r" b="b"/>
              <a:pathLst>
                <a:path w="1745" h="1577">
                  <a:moveTo>
                    <a:pt x="1640" y="1377"/>
                  </a:moveTo>
                  <a:lnTo>
                    <a:pt x="1692" y="1479"/>
                  </a:lnTo>
                  <a:lnTo>
                    <a:pt x="1732" y="1577"/>
                  </a:lnTo>
                  <a:lnTo>
                    <a:pt x="1745" y="1577"/>
                  </a:lnTo>
                  <a:lnTo>
                    <a:pt x="1703" y="1469"/>
                  </a:lnTo>
                  <a:lnTo>
                    <a:pt x="1649" y="1367"/>
                  </a:lnTo>
                  <a:lnTo>
                    <a:pt x="1535" y="1157"/>
                  </a:lnTo>
                  <a:lnTo>
                    <a:pt x="1395" y="951"/>
                  </a:lnTo>
                  <a:lnTo>
                    <a:pt x="1236" y="756"/>
                  </a:lnTo>
                  <a:lnTo>
                    <a:pt x="1061" y="582"/>
                  </a:lnTo>
                  <a:lnTo>
                    <a:pt x="876" y="426"/>
                  </a:lnTo>
                  <a:lnTo>
                    <a:pt x="672" y="294"/>
                  </a:lnTo>
                  <a:lnTo>
                    <a:pt x="455" y="174"/>
                  </a:lnTo>
                  <a:lnTo>
                    <a:pt x="234" y="78"/>
                  </a:lnTo>
                  <a:lnTo>
                    <a:pt x="0" y="0"/>
                  </a:lnTo>
                  <a:lnTo>
                    <a:pt x="0" y="12"/>
                  </a:lnTo>
                  <a:lnTo>
                    <a:pt x="222" y="89"/>
                  </a:lnTo>
                  <a:lnTo>
                    <a:pt x="446" y="185"/>
                  </a:lnTo>
                  <a:lnTo>
                    <a:pt x="662" y="305"/>
                  </a:lnTo>
                  <a:lnTo>
                    <a:pt x="866" y="437"/>
                  </a:lnTo>
                  <a:lnTo>
                    <a:pt x="1052" y="593"/>
                  </a:lnTo>
                  <a:lnTo>
                    <a:pt x="1226" y="767"/>
                  </a:lnTo>
                  <a:lnTo>
                    <a:pt x="1385" y="960"/>
                  </a:lnTo>
                  <a:lnTo>
                    <a:pt x="1526" y="1167"/>
                  </a:lnTo>
                  <a:lnTo>
                    <a:pt x="1640" y="1377"/>
                  </a:lnTo>
                  <a:close/>
                </a:path>
              </a:pathLst>
            </a:custGeom>
            <a:gradFill rotWithShape="0">
              <a:gsLst>
                <a:gs pos="0">
                  <a:schemeClr val="bg1"/>
                </a:gs>
                <a:gs pos="50000">
                  <a:schemeClr val="bg2"/>
                </a:gs>
                <a:gs pos="100000">
                  <a:schemeClr val="bg1"/>
                </a:gs>
              </a:gsLst>
              <a:lin ang="2700000" scaled="1"/>
            </a:gradFill>
            <a:ln w="9525">
              <a:noFill/>
              <a:round/>
              <a:headEnd/>
              <a:tailEnd/>
            </a:ln>
          </p:spPr>
          <p:txBody>
            <a:bodyPr/>
            <a:lstStyle/>
            <a:p>
              <a:pPr>
                <a:defRPr/>
              </a:pPr>
              <a:endParaRPr lang="en-US"/>
            </a:p>
          </p:txBody>
        </p:sp>
        <p:sp>
          <p:nvSpPr>
            <p:cNvPr id="146438" name="Freeform 6"/>
            <p:cNvSpPr>
              <a:spLocks/>
            </p:cNvSpPr>
            <p:nvPr/>
          </p:nvSpPr>
          <p:spPr bwMode="ltGray">
            <a:xfrm>
              <a:off x="0" y="2544"/>
              <a:ext cx="1745" cy="1768"/>
            </a:xfrm>
            <a:custGeom>
              <a:avLst/>
              <a:gdLst/>
              <a:ahLst/>
              <a:cxnLst>
                <a:cxn ang="0">
                  <a:pos x="0" y="0"/>
                </a:cxn>
                <a:cxn ang="0">
                  <a:pos x="0" y="12"/>
                </a:cxn>
                <a:cxn ang="0">
                  <a:pos x="210" y="88"/>
                </a:cxn>
                <a:cxn ang="0">
                  <a:pos x="426" y="190"/>
                </a:cxn>
                <a:cxn ang="0">
                  <a:pos x="630" y="304"/>
                </a:cxn>
                <a:cxn ang="0">
                  <a:pos x="818" y="442"/>
                </a:cxn>
                <a:cxn ang="0">
                  <a:pos x="998" y="592"/>
                </a:cxn>
                <a:cxn ang="0">
                  <a:pos x="1164" y="766"/>
                </a:cxn>
                <a:cxn ang="0">
                  <a:pos x="1310" y="942"/>
                </a:cxn>
                <a:cxn ang="0">
                  <a:pos x="1454" y="1146"/>
                </a:cxn>
                <a:cxn ang="0">
                  <a:pos x="1536" y="1298"/>
                </a:cxn>
                <a:cxn ang="0">
                  <a:pos x="1614" y="1456"/>
                </a:cxn>
                <a:cxn ang="0">
                  <a:pos x="1682" y="1616"/>
                </a:cxn>
                <a:cxn ang="0">
                  <a:pos x="1733" y="1768"/>
                </a:cxn>
                <a:cxn ang="0">
                  <a:pos x="1745" y="1768"/>
                </a:cxn>
                <a:cxn ang="0">
                  <a:pos x="1691" y="1606"/>
                </a:cxn>
                <a:cxn ang="0">
                  <a:pos x="1623" y="1445"/>
                </a:cxn>
                <a:cxn ang="0">
                  <a:pos x="1547" y="1288"/>
                </a:cxn>
                <a:cxn ang="0">
                  <a:pos x="1463" y="1136"/>
                </a:cxn>
                <a:cxn ang="0">
                  <a:pos x="1320" y="932"/>
                </a:cxn>
                <a:cxn ang="0">
                  <a:pos x="1173" y="755"/>
                </a:cxn>
                <a:cxn ang="0">
                  <a:pos x="1008" y="581"/>
                </a:cxn>
                <a:cxn ang="0">
                  <a:pos x="827" y="431"/>
                </a:cxn>
                <a:cxn ang="0">
                  <a:pos x="642" y="293"/>
                </a:cxn>
                <a:cxn ang="0">
                  <a:pos x="437" y="179"/>
                </a:cxn>
                <a:cxn ang="0">
                  <a:pos x="222" y="78"/>
                </a:cxn>
                <a:cxn ang="0">
                  <a:pos x="0" y="0"/>
                </a:cxn>
                <a:cxn ang="0">
                  <a:pos x="0" y="0"/>
                </a:cxn>
              </a:cxnLst>
              <a:rect l="0" t="0" r="r" b="b"/>
              <a:pathLst>
                <a:path w="1745" h="1768">
                  <a:moveTo>
                    <a:pt x="0" y="0"/>
                  </a:moveTo>
                  <a:lnTo>
                    <a:pt x="0" y="12"/>
                  </a:lnTo>
                  <a:lnTo>
                    <a:pt x="210" y="88"/>
                  </a:lnTo>
                  <a:lnTo>
                    <a:pt x="426" y="190"/>
                  </a:lnTo>
                  <a:lnTo>
                    <a:pt x="630" y="304"/>
                  </a:lnTo>
                  <a:lnTo>
                    <a:pt x="818" y="442"/>
                  </a:lnTo>
                  <a:lnTo>
                    <a:pt x="998" y="592"/>
                  </a:lnTo>
                  <a:lnTo>
                    <a:pt x="1164" y="766"/>
                  </a:lnTo>
                  <a:lnTo>
                    <a:pt x="1310" y="942"/>
                  </a:lnTo>
                  <a:lnTo>
                    <a:pt x="1454" y="1146"/>
                  </a:lnTo>
                  <a:lnTo>
                    <a:pt x="1536" y="1298"/>
                  </a:lnTo>
                  <a:lnTo>
                    <a:pt x="1614" y="1456"/>
                  </a:lnTo>
                  <a:lnTo>
                    <a:pt x="1682" y="1616"/>
                  </a:lnTo>
                  <a:lnTo>
                    <a:pt x="1733" y="1768"/>
                  </a:lnTo>
                  <a:lnTo>
                    <a:pt x="1745" y="1768"/>
                  </a:lnTo>
                  <a:lnTo>
                    <a:pt x="1691" y="1606"/>
                  </a:lnTo>
                  <a:lnTo>
                    <a:pt x="1623" y="1445"/>
                  </a:lnTo>
                  <a:lnTo>
                    <a:pt x="1547" y="1288"/>
                  </a:lnTo>
                  <a:lnTo>
                    <a:pt x="1463" y="1136"/>
                  </a:lnTo>
                  <a:lnTo>
                    <a:pt x="1320" y="932"/>
                  </a:lnTo>
                  <a:lnTo>
                    <a:pt x="1173" y="755"/>
                  </a:lnTo>
                  <a:lnTo>
                    <a:pt x="1008" y="581"/>
                  </a:lnTo>
                  <a:lnTo>
                    <a:pt x="827" y="431"/>
                  </a:lnTo>
                  <a:lnTo>
                    <a:pt x="642" y="293"/>
                  </a:lnTo>
                  <a:lnTo>
                    <a:pt x="437" y="179"/>
                  </a:lnTo>
                  <a:lnTo>
                    <a:pt x="222" y="78"/>
                  </a:lnTo>
                  <a:lnTo>
                    <a:pt x="0" y="0"/>
                  </a:lnTo>
                  <a:lnTo>
                    <a:pt x="0" y="0"/>
                  </a:lnTo>
                  <a:close/>
                </a:path>
              </a:pathLst>
            </a:custGeom>
            <a:gradFill rotWithShape="0">
              <a:gsLst>
                <a:gs pos="0">
                  <a:schemeClr val="bg1"/>
                </a:gs>
                <a:gs pos="50000">
                  <a:schemeClr val="bg2"/>
                </a:gs>
                <a:gs pos="100000">
                  <a:schemeClr val="bg1"/>
                </a:gs>
              </a:gsLst>
              <a:lin ang="2700000" scaled="1"/>
            </a:gradFill>
            <a:ln w="9525">
              <a:noFill/>
              <a:round/>
              <a:headEnd/>
              <a:tailEnd/>
            </a:ln>
          </p:spPr>
          <p:txBody>
            <a:bodyPr/>
            <a:lstStyle/>
            <a:p>
              <a:pPr>
                <a:defRPr/>
              </a:pPr>
              <a:endParaRPr lang="en-US"/>
            </a:p>
          </p:txBody>
        </p:sp>
        <p:sp>
          <p:nvSpPr>
            <p:cNvPr id="1036" name="Oval 7"/>
            <p:cNvSpPr>
              <a:spLocks noChangeArrowheads="1"/>
            </p:cNvSpPr>
            <p:nvPr/>
          </p:nvSpPr>
          <p:spPr bwMode="ltGray">
            <a:xfrm>
              <a:off x="209" y="2784"/>
              <a:ext cx="86" cy="86"/>
            </a:xfrm>
            <a:prstGeom prst="ellipse">
              <a:avLst/>
            </a:prstGeom>
            <a:gradFill rotWithShape="0">
              <a:gsLst>
                <a:gs pos="0">
                  <a:schemeClr val="bg2"/>
                </a:gs>
                <a:gs pos="100000">
                  <a:schemeClr val="bg1"/>
                </a:gs>
              </a:gsLst>
              <a:lin ang="189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endParaRPr lang="en-US" altLang="en-US"/>
            </a:p>
          </p:txBody>
        </p:sp>
        <p:sp>
          <p:nvSpPr>
            <p:cNvPr id="1037" name="Oval 8"/>
            <p:cNvSpPr>
              <a:spLocks noChangeArrowheads="1"/>
            </p:cNvSpPr>
            <p:nvPr/>
          </p:nvSpPr>
          <p:spPr bwMode="ltGray">
            <a:xfrm>
              <a:off x="1536" y="3884"/>
              <a:ext cx="92" cy="92"/>
            </a:xfrm>
            <a:prstGeom prst="ellipse">
              <a:avLst/>
            </a:prstGeom>
            <a:gradFill rotWithShape="0">
              <a:gsLst>
                <a:gs pos="0">
                  <a:schemeClr val="bg2"/>
                </a:gs>
                <a:gs pos="100000">
                  <a:schemeClr val="bg1"/>
                </a:gs>
              </a:gsLst>
              <a:lin ang="27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endParaRPr lang="en-US" altLang="en-US"/>
            </a:p>
          </p:txBody>
        </p:sp>
        <p:sp>
          <p:nvSpPr>
            <p:cNvPr id="1038" name="Oval 9"/>
            <p:cNvSpPr>
              <a:spLocks noChangeArrowheads="1"/>
            </p:cNvSpPr>
            <p:nvPr/>
          </p:nvSpPr>
          <p:spPr bwMode="ltGray">
            <a:xfrm>
              <a:off x="791" y="2723"/>
              <a:ext cx="121" cy="121"/>
            </a:xfrm>
            <a:prstGeom prst="ellipse">
              <a:avLst/>
            </a:prstGeom>
            <a:gradFill rotWithShape="0">
              <a:gsLst>
                <a:gs pos="0">
                  <a:schemeClr val="bg2"/>
                </a:gs>
                <a:gs pos="100000">
                  <a:schemeClr val="bg1"/>
                </a:gs>
              </a:gsLst>
              <a:lin ang="189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endParaRPr lang="en-US" altLang="en-US"/>
            </a:p>
          </p:txBody>
        </p:sp>
      </p:grpSp>
      <p:sp>
        <p:nvSpPr>
          <p:cNvPr id="146442" name="Rectangle 10"/>
          <p:cNvSpPr>
            <a:spLocks noGrp="1" noChangeArrowheads="1"/>
          </p:cNvSpPr>
          <p:nvPr>
            <p:ph type="title"/>
          </p:nvPr>
        </p:nvSpPr>
        <p:spPr bwMode="auto">
          <a:xfrm>
            <a:off x="457200" y="277813"/>
            <a:ext cx="8229600" cy="1139825"/>
          </a:xfrm>
          <a:prstGeom prst="rect">
            <a:avLst/>
          </a:prstGeom>
          <a:noFill/>
          <a:ln w="9525">
            <a:noFill/>
            <a:miter lim="800000"/>
            <a:headEnd/>
            <a:tailEnd/>
          </a:ln>
          <a:effectLst/>
        </p:spPr>
        <p:txBody>
          <a:bodyPr vert="horz" wrap="square" lIns="91440" tIns="45720" rIns="91440" bIns="45720" numCol="1" anchor="ctr" anchorCtr="1" compatLnSpc="1">
            <a:prstTxWarp prst="textNoShape">
              <a:avLst/>
            </a:prstTxWarp>
          </a:bodyPr>
          <a:lstStyle/>
          <a:p>
            <a:pPr lvl="0"/>
            <a:r>
              <a:rPr lang="en-US"/>
              <a:t>Click to edit Master title style</a:t>
            </a:r>
          </a:p>
        </p:txBody>
      </p:sp>
      <p:sp>
        <p:nvSpPr>
          <p:cNvPr id="146443" name="Rectangle 11"/>
          <p:cNvSpPr>
            <a:spLocks noGrp="1" noChangeArrowheads="1"/>
          </p:cNvSpPr>
          <p:nvPr>
            <p:ph type="body" idx="1"/>
          </p:nvPr>
        </p:nvSpPr>
        <p:spPr bwMode="auto">
          <a:xfrm>
            <a:off x="457200" y="1600200"/>
            <a:ext cx="8229600" cy="467201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6444" name="Rectangle 12"/>
          <p:cNvSpPr>
            <a:spLocks noGrp="1" noChangeArrowheads="1"/>
          </p:cNvSpPr>
          <p:nvPr>
            <p:ph type="dt" sz="half" idx="2"/>
          </p:nvPr>
        </p:nvSpPr>
        <p:spPr bwMode="auto">
          <a:xfrm>
            <a:off x="457200" y="6454775"/>
            <a:ext cx="2133600" cy="27622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000">
                <a:effectLst>
                  <a:outerShdw blurRad="38100" dist="38100" dir="2700000" algn="tl">
                    <a:srgbClr val="010199"/>
                  </a:outerShdw>
                </a:effectLst>
              </a:defRPr>
            </a:lvl1pPr>
          </a:lstStyle>
          <a:p>
            <a:pPr>
              <a:defRPr/>
            </a:pPr>
            <a:r>
              <a:rPr lang="en-US"/>
              <a:t>Ngô Công Thắng</a:t>
            </a:r>
          </a:p>
        </p:txBody>
      </p:sp>
      <p:sp>
        <p:nvSpPr>
          <p:cNvPr id="146445" name="Rectangle 13"/>
          <p:cNvSpPr>
            <a:spLocks noGrp="1" noChangeArrowheads="1"/>
          </p:cNvSpPr>
          <p:nvPr>
            <p:ph type="ftr" sz="quarter" idx="3"/>
          </p:nvPr>
        </p:nvSpPr>
        <p:spPr bwMode="auto">
          <a:xfrm>
            <a:off x="2705100" y="6454775"/>
            <a:ext cx="4519613" cy="27622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000">
                <a:effectLst>
                  <a:outerShdw blurRad="38100" dist="38100" dir="2700000" algn="tl">
                    <a:srgbClr val="010199"/>
                  </a:outerShdw>
                </a:effectLst>
              </a:defRPr>
            </a:lvl1pPr>
          </a:lstStyle>
          <a:p>
            <a:pPr>
              <a:defRPr/>
            </a:pPr>
            <a:r>
              <a:rPr lang="en-US"/>
              <a:t>Bài giảng Cấu trúc dữ liệu và giải thuật  -  Chương 01</a:t>
            </a:r>
          </a:p>
        </p:txBody>
      </p:sp>
      <p:sp>
        <p:nvSpPr>
          <p:cNvPr id="146446" name="Rectangle 14"/>
          <p:cNvSpPr>
            <a:spLocks noGrp="1" noChangeArrowheads="1"/>
          </p:cNvSpPr>
          <p:nvPr>
            <p:ph type="sldNum" sz="quarter" idx="4"/>
          </p:nvPr>
        </p:nvSpPr>
        <p:spPr bwMode="auto">
          <a:xfrm>
            <a:off x="7351713" y="6454775"/>
            <a:ext cx="1335087" cy="27622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000">
                <a:effectLst>
                  <a:outerShdw blurRad="38100" dist="38100" dir="2700000" algn="tl">
                    <a:srgbClr val="010199"/>
                  </a:outerShdw>
                </a:effectLst>
              </a:defRPr>
            </a:lvl1pPr>
          </a:lstStyle>
          <a:p>
            <a:pPr>
              <a:defRPr/>
            </a:pPr>
            <a:r>
              <a:rPr lang="en-US"/>
              <a:t>1.</a:t>
            </a:r>
            <a:fld id="{E61DC8BE-5D69-4FA0-9AE9-6FE76ECE817B}" type="slidenum">
              <a:rPr lang="en-US"/>
              <a:pPr>
                <a:defRPr/>
              </a:pPr>
              <a:t>‹#›</a:t>
            </a:fld>
            <a:endParaRPr lang="en-US"/>
          </a:p>
        </p:txBody>
      </p:sp>
    </p:spTree>
  </p:cSld>
  <p:clrMap bg1="dk2" tx1="lt1" bg2="dk1" tx2="lt2" accent1="accent1" accent2="accent2" accent3="accent3" accent4="accent4" accent5="accent5" accent6="accent6" hlink="hlink" folHlink="folHlink"/>
  <p:sldLayoutIdLst>
    <p:sldLayoutId id="2147483948" r:id="rId1"/>
    <p:sldLayoutId id="2147483937" r:id="rId2"/>
    <p:sldLayoutId id="2147483938" r:id="rId3"/>
    <p:sldLayoutId id="2147483939" r:id="rId4"/>
    <p:sldLayoutId id="2147483940" r:id="rId5"/>
    <p:sldLayoutId id="2147483941" r:id="rId6"/>
    <p:sldLayoutId id="2147483942" r:id="rId7"/>
    <p:sldLayoutId id="2147483943" r:id="rId8"/>
    <p:sldLayoutId id="2147483944" r:id="rId9"/>
    <p:sldLayoutId id="2147483945" r:id="rId10"/>
    <p:sldLayoutId id="2147483946" r:id="rId11"/>
    <p:sldLayoutId id="2147483947" r:id="rId12"/>
  </p:sldLayoutIdLst>
  <p:hf hdr="0"/>
  <p:txStyles>
    <p:titleStyle>
      <a:lvl1pPr algn="ctr" rtl="0" eaLnBrk="0" fontAlgn="base" hangingPunct="0">
        <a:spcBef>
          <a:spcPct val="0"/>
        </a:spcBef>
        <a:spcAft>
          <a:spcPct val="0"/>
        </a:spcAft>
        <a:defRPr sz="4400">
          <a:solidFill>
            <a:schemeClr val="tx2"/>
          </a:solidFill>
          <a:effectLst>
            <a:outerShdw blurRad="38100" dist="38100" dir="2700000" algn="tl">
              <a:srgbClr val="FFFFFF"/>
            </a:outerShdw>
          </a:effectLst>
          <a:latin typeface="+mj-lt"/>
          <a:ea typeface="+mj-ea"/>
          <a:cs typeface="+mj-cs"/>
        </a:defRPr>
      </a:lvl1pPr>
      <a:lvl2pPr algn="ctr" rtl="0" eaLnBrk="0" fontAlgn="base" hangingPunct="0">
        <a:spcBef>
          <a:spcPct val="0"/>
        </a:spcBef>
        <a:spcAft>
          <a:spcPct val="0"/>
        </a:spcAft>
        <a:defRPr sz="4400">
          <a:solidFill>
            <a:schemeClr val="tx2"/>
          </a:solidFill>
          <a:effectLst>
            <a:outerShdw blurRad="38100" dist="38100" dir="2700000" algn="tl">
              <a:srgbClr val="FFFFFF"/>
            </a:outerShdw>
          </a:effectLst>
          <a:latin typeface="Arial" charset="0"/>
          <a:cs typeface="Arial" charset="0"/>
        </a:defRPr>
      </a:lvl2pPr>
      <a:lvl3pPr algn="ctr" rtl="0" eaLnBrk="0" fontAlgn="base" hangingPunct="0">
        <a:spcBef>
          <a:spcPct val="0"/>
        </a:spcBef>
        <a:spcAft>
          <a:spcPct val="0"/>
        </a:spcAft>
        <a:defRPr sz="4400">
          <a:solidFill>
            <a:schemeClr val="tx2"/>
          </a:solidFill>
          <a:effectLst>
            <a:outerShdw blurRad="38100" dist="38100" dir="2700000" algn="tl">
              <a:srgbClr val="FFFFFF"/>
            </a:outerShdw>
          </a:effectLst>
          <a:latin typeface="Arial" charset="0"/>
          <a:cs typeface="Arial" charset="0"/>
        </a:defRPr>
      </a:lvl3pPr>
      <a:lvl4pPr algn="ctr" rtl="0" eaLnBrk="0" fontAlgn="base" hangingPunct="0">
        <a:spcBef>
          <a:spcPct val="0"/>
        </a:spcBef>
        <a:spcAft>
          <a:spcPct val="0"/>
        </a:spcAft>
        <a:defRPr sz="4400">
          <a:solidFill>
            <a:schemeClr val="tx2"/>
          </a:solidFill>
          <a:effectLst>
            <a:outerShdw blurRad="38100" dist="38100" dir="2700000" algn="tl">
              <a:srgbClr val="FFFFFF"/>
            </a:outerShdw>
          </a:effectLst>
          <a:latin typeface="Arial" charset="0"/>
          <a:cs typeface="Arial" charset="0"/>
        </a:defRPr>
      </a:lvl4pPr>
      <a:lvl5pPr algn="ctr" rtl="0" eaLnBrk="0" fontAlgn="base" hangingPunct="0">
        <a:spcBef>
          <a:spcPct val="0"/>
        </a:spcBef>
        <a:spcAft>
          <a:spcPct val="0"/>
        </a:spcAft>
        <a:defRPr sz="4400">
          <a:solidFill>
            <a:schemeClr val="tx2"/>
          </a:solidFill>
          <a:effectLst>
            <a:outerShdw blurRad="38100" dist="38100" dir="2700000" algn="tl">
              <a:srgbClr val="FFFFFF"/>
            </a:outerShdw>
          </a:effectLst>
          <a:latin typeface="Arial" charset="0"/>
          <a:cs typeface="Arial" charset="0"/>
        </a:defRPr>
      </a:lvl5pPr>
      <a:lvl6pPr marL="457200" algn="ctr" rtl="0" fontAlgn="base">
        <a:spcBef>
          <a:spcPct val="0"/>
        </a:spcBef>
        <a:spcAft>
          <a:spcPct val="0"/>
        </a:spcAft>
        <a:defRPr sz="4400">
          <a:solidFill>
            <a:schemeClr val="tx2"/>
          </a:solidFill>
          <a:effectLst>
            <a:outerShdw blurRad="38100" dist="38100" dir="2700000" algn="tl">
              <a:srgbClr val="FFFFFF"/>
            </a:outerShdw>
          </a:effectLst>
          <a:latin typeface="Arial" charset="0"/>
          <a:cs typeface="Arial" charset="0"/>
        </a:defRPr>
      </a:lvl6pPr>
      <a:lvl7pPr marL="914400" algn="ctr" rtl="0" fontAlgn="base">
        <a:spcBef>
          <a:spcPct val="0"/>
        </a:spcBef>
        <a:spcAft>
          <a:spcPct val="0"/>
        </a:spcAft>
        <a:defRPr sz="4400">
          <a:solidFill>
            <a:schemeClr val="tx2"/>
          </a:solidFill>
          <a:effectLst>
            <a:outerShdw blurRad="38100" dist="38100" dir="2700000" algn="tl">
              <a:srgbClr val="FFFFFF"/>
            </a:outerShdw>
          </a:effectLst>
          <a:latin typeface="Arial" charset="0"/>
          <a:cs typeface="Arial" charset="0"/>
        </a:defRPr>
      </a:lvl7pPr>
      <a:lvl8pPr marL="1371600" algn="ctr" rtl="0" fontAlgn="base">
        <a:spcBef>
          <a:spcPct val="0"/>
        </a:spcBef>
        <a:spcAft>
          <a:spcPct val="0"/>
        </a:spcAft>
        <a:defRPr sz="4400">
          <a:solidFill>
            <a:schemeClr val="tx2"/>
          </a:solidFill>
          <a:effectLst>
            <a:outerShdw blurRad="38100" dist="38100" dir="2700000" algn="tl">
              <a:srgbClr val="FFFFFF"/>
            </a:outerShdw>
          </a:effectLst>
          <a:latin typeface="Arial" charset="0"/>
          <a:cs typeface="Arial" charset="0"/>
        </a:defRPr>
      </a:lvl8pPr>
      <a:lvl9pPr marL="1828800" algn="ctr" rtl="0" fontAlgn="base">
        <a:spcBef>
          <a:spcPct val="0"/>
        </a:spcBef>
        <a:spcAft>
          <a:spcPct val="0"/>
        </a:spcAft>
        <a:defRPr sz="4400">
          <a:solidFill>
            <a:schemeClr val="tx2"/>
          </a:solidFill>
          <a:effectLst>
            <a:outerShdw blurRad="38100" dist="38100" dir="2700000" algn="tl">
              <a:srgbClr val="FFFFFF"/>
            </a:outerShdw>
          </a:effectLst>
          <a:latin typeface="Arial" charset="0"/>
          <a:cs typeface="Arial" charset="0"/>
        </a:defRPr>
      </a:lvl9pPr>
    </p:titleStyle>
    <p:bodyStyle>
      <a:lvl1pPr marL="342900" indent="-342900" algn="l" rtl="0" eaLnBrk="0" fontAlgn="base" hangingPunct="0">
        <a:spcBef>
          <a:spcPct val="20000"/>
        </a:spcBef>
        <a:spcAft>
          <a:spcPct val="0"/>
        </a:spcAft>
        <a:buClr>
          <a:schemeClr val="hlink"/>
        </a:buClr>
        <a:buSzPct val="75000"/>
        <a:buFont typeface="Wingdings" pitchFamily="2" charset="2"/>
        <a:buChar char="l"/>
        <a:defRPr sz="3200">
          <a:solidFill>
            <a:schemeClr val="tx1"/>
          </a:solidFill>
          <a:effectLst>
            <a:outerShdw blurRad="38100" dist="38100" dir="2700000" algn="tl">
              <a:srgbClr val="010199"/>
            </a:outerShdw>
          </a:effectLst>
          <a:latin typeface="+mn-lt"/>
          <a:ea typeface="+mn-ea"/>
          <a:cs typeface="+mn-cs"/>
        </a:defRPr>
      </a:lvl1pPr>
      <a:lvl2pPr marL="742950" indent="-285750" algn="l" rtl="0" eaLnBrk="0" fontAlgn="base" hangingPunct="0">
        <a:spcBef>
          <a:spcPct val="20000"/>
        </a:spcBef>
        <a:spcAft>
          <a:spcPct val="0"/>
        </a:spcAft>
        <a:buClr>
          <a:schemeClr val="tx2"/>
        </a:buClr>
        <a:buSzPct val="75000"/>
        <a:buFont typeface="Wingdings" pitchFamily="2" charset="2"/>
        <a:buChar char="l"/>
        <a:defRPr sz="2800">
          <a:solidFill>
            <a:schemeClr val="tx1"/>
          </a:solidFill>
          <a:effectLst>
            <a:outerShdw blurRad="38100" dist="38100" dir="2700000" algn="tl">
              <a:srgbClr val="010199"/>
            </a:outerShdw>
          </a:effectLst>
          <a:latin typeface="+mn-lt"/>
          <a:cs typeface="+mn-cs"/>
        </a:defRPr>
      </a:lvl2pPr>
      <a:lvl3pPr marL="1143000" indent="-228600" algn="l" rtl="0" eaLnBrk="0" fontAlgn="base" hangingPunct="0">
        <a:spcBef>
          <a:spcPct val="20000"/>
        </a:spcBef>
        <a:spcAft>
          <a:spcPct val="0"/>
        </a:spcAft>
        <a:buClr>
          <a:schemeClr val="accent2"/>
        </a:buClr>
        <a:buSzPct val="75000"/>
        <a:buFont typeface="Wingdings" pitchFamily="2" charset="2"/>
        <a:buChar char="l"/>
        <a:defRPr sz="2400">
          <a:solidFill>
            <a:schemeClr val="tx1"/>
          </a:solidFill>
          <a:effectLst>
            <a:outerShdw blurRad="38100" dist="38100" dir="2700000" algn="tl">
              <a:srgbClr val="010199"/>
            </a:outerShdw>
          </a:effectLst>
          <a:latin typeface="+mn-lt"/>
          <a:cs typeface="+mn-cs"/>
        </a:defRPr>
      </a:lvl3pPr>
      <a:lvl4pPr marL="1600200" indent="-228600" algn="l" rtl="0" eaLnBrk="0" fontAlgn="base" hangingPunct="0">
        <a:spcBef>
          <a:spcPct val="20000"/>
        </a:spcBef>
        <a:spcAft>
          <a:spcPct val="0"/>
        </a:spcAft>
        <a:buClr>
          <a:schemeClr val="folHlink"/>
        </a:buClr>
        <a:buSzPct val="75000"/>
        <a:buFont typeface="Wingdings" pitchFamily="2" charset="2"/>
        <a:buChar char="l"/>
        <a:defRPr sz="2000">
          <a:solidFill>
            <a:schemeClr val="tx1"/>
          </a:solidFill>
          <a:effectLst>
            <a:outerShdw blurRad="38100" dist="38100" dir="2700000" algn="tl">
              <a:srgbClr val="010199"/>
            </a:outerShdw>
          </a:effectLst>
          <a:latin typeface="+mn-lt"/>
          <a:cs typeface="+mn-cs"/>
        </a:defRPr>
      </a:lvl4pPr>
      <a:lvl5pPr marL="2057400" indent="-228600" algn="l" rtl="0" eaLnBrk="0" fontAlgn="base" hangingPunct="0">
        <a:spcBef>
          <a:spcPct val="20000"/>
        </a:spcBef>
        <a:spcAft>
          <a:spcPct val="0"/>
        </a:spcAft>
        <a:buClr>
          <a:schemeClr val="tx1"/>
        </a:buClr>
        <a:buSzPct val="75000"/>
        <a:buFont typeface="Wingdings" pitchFamily="2" charset="2"/>
        <a:buChar char="l"/>
        <a:defRPr sz="2000">
          <a:solidFill>
            <a:schemeClr val="tx1"/>
          </a:solidFill>
          <a:effectLst>
            <a:outerShdw blurRad="38100" dist="38100" dir="2700000" algn="tl">
              <a:srgbClr val="010199"/>
            </a:outerShdw>
          </a:effectLst>
          <a:latin typeface="+mn-lt"/>
          <a:cs typeface="+mn-cs"/>
        </a:defRPr>
      </a:lvl5pPr>
      <a:lvl6pPr marL="2514600" indent="-228600" algn="l" rtl="0" fontAlgn="base">
        <a:spcBef>
          <a:spcPct val="20000"/>
        </a:spcBef>
        <a:spcAft>
          <a:spcPct val="0"/>
        </a:spcAft>
        <a:buClr>
          <a:schemeClr val="tx1"/>
        </a:buClr>
        <a:buSzPct val="75000"/>
        <a:buFont typeface="Wingdings" pitchFamily="2" charset="2"/>
        <a:buChar char="l"/>
        <a:defRPr sz="2000">
          <a:solidFill>
            <a:schemeClr val="tx1"/>
          </a:solidFill>
          <a:effectLst>
            <a:outerShdw blurRad="38100" dist="38100" dir="2700000" algn="tl">
              <a:srgbClr val="010199"/>
            </a:outerShdw>
          </a:effectLst>
          <a:latin typeface="+mn-lt"/>
          <a:cs typeface="+mn-cs"/>
        </a:defRPr>
      </a:lvl6pPr>
      <a:lvl7pPr marL="2971800" indent="-228600" algn="l" rtl="0" fontAlgn="base">
        <a:spcBef>
          <a:spcPct val="20000"/>
        </a:spcBef>
        <a:spcAft>
          <a:spcPct val="0"/>
        </a:spcAft>
        <a:buClr>
          <a:schemeClr val="tx1"/>
        </a:buClr>
        <a:buSzPct val="75000"/>
        <a:buFont typeface="Wingdings" pitchFamily="2" charset="2"/>
        <a:buChar char="l"/>
        <a:defRPr sz="2000">
          <a:solidFill>
            <a:schemeClr val="tx1"/>
          </a:solidFill>
          <a:effectLst>
            <a:outerShdw blurRad="38100" dist="38100" dir="2700000" algn="tl">
              <a:srgbClr val="010199"/>
            </a:outerShdw>
          </a:effectLst>
          <a:latin typeface="+mn-lt"/>
          <a:cs typeface="+mn-cs"/>
        </a:defRPr>
      </a:lvl7pPr>
      <a:lvl8pPr marL="3429000" indent="-228600" algn="l" rtl="0" fontAlgn="base">
        <a:spcBef>
          <a:spcPct val="20000"/>
        </a:spcBef>
        <a:spcAft>
          <a:spcPct val="0"/>
        </a:spcAft>
        <a:buClr>
          <a:schemeClr val="tx1"/>
        </a:buClr>
        <a:buSzPct val="75000"/>
        <a:buFont typeface="Wingdings" pitchFamily="2" charset="2"/>
        <a:buChar char="l"/>
        <a:defRPr sz="2000">
          <a:solidFill>
            <a:schemeClr val="tx1"/>
          </a:solidFill>
          <a:effectLst>
            <a:outerShdw blurRad="38100" dist="38100" dir="2700000" algn="tl">
              <a:srgbClr val="010199"/>
            </a:outerShdw>
          </a:effectLst>
          <a:latin typeface="+mn-lt"/>
          <a:cs typeface="+mn-cs"/>
        </a:defRPr>
      </a:lvl8pPr>
      <a:lvl9pPr marL="3886200" indent="-228600" algn="l" rtl="0" fontAlgn="base">
        <a:spcBef>
          <a:spcPct val="20000"/>
        </a:spcBef>
        <a:spcAft>
          <a:spcPct val="0"/>
        </a:spcAft>
        <a:buClr>
          <a:schemeClr val="tx1"/>
        </a:buClr>
        <a:buSzPct val="75000"/>
        <a:buFont typeface="Wingdings" pitchFamily="2" charset="2"/>
        <a:buChar char="l"/>
        <a:defRPr sz="2000">
          <a:solidFill>
            <a:schemeClr val="tx1"/>
          </a:solidFill>
          <a:effectLst>
            <a:outerShdw blurRad="38100" dist="38100" dir="2700000" algn="tl">
              <a:srgbClr val="010199"/>
            </a:outerShdw>
          </a:effectLst>
          <a:latin typeface="+mn-lt"/>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wmf"/><Relationship Id="rId2" Type="http://schemas.openxmlformats.org/officeDocument/2006/relationships/oleObject" Target="../embeddings/oleObject1.bin"/><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2.wmf"/><Relationship Id="rId2" Type="http://schemas.openxmlformats.org/officeDocument/2006/relationships/oleObject" Target="../embeddings/oleObject1.bin"/><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8" name="Rectangle 4"/>
          <p:cNvSpPr>
            <a:spLocks noGrp="1" noChangeArrowheads="1"/>
          </p:cNvSpPr>
          <p:nvPr>
            <p:ph type="ctrTitle"/>
          </p:nvPr>
        </p:nvSpPr>
        <p:spPr/>
        <p:txBody>
          <a:bodyPr/>
          <a:lstStyle/>
          <a:p>
            <a:pPr eaLnBrk="1" hangingPunct="1">
              <a:defRPr/>
            </a:pPr>
            <a:r>
              <a:rPr lang="en-US" sz="3200"/>
              <a:t>CHƯƠNG 1</a:t>
            </a:r>
            <a:br>
              <a:rPr lang="en-US" sz="3200"/>
            </a:br>
            <a:r>
              <a:rPr lang="en-US" sz="3200"/>
              <a:t>CẤU TRÚC DỮ LIỆU VÀ GIẢI THUẬT</a:t>
            </a:r>
          </a:p>
        </p:txBody>
      </p:sp>
      <p:sp>
        <p:nvSpPr>
          <p:cNvPr id="149509" name="Rectangle 5"/>
          <p:cNvSpPr>
            <a:spLocks noGrp="1" noChangeArrowheads="1"/>
          </p:cNvSpPr>
          <p:nvPr>
            <p:ph type="subTitle" idx="1"/>
          </p:nvPr>
        </p:nvSpPr>
        <p:spPr>
          <a:xfrm>
            <a:off x="1371600" y="3886200"/>
            <a:ext cx="6818313" cy="2460625"/>
          </a:xfrm>
        </p:spPr>
        <p:txBody>
          <a:bodyPr/>
          <a:lstStyle/>
          <a:p>
            <a:pPr eaLnBrk="1" hangingPunct="1">
              <a:defRPr/>
            </a:pPr>
            <a:r>
              <a:rPr lang="en-US"/>
              <a:t>Ngô Công Thắng</a:t>
            </a:r>
          </a:p>
          <a:p>
            <a:pPr eaLnBrk="1" hangingPunct="1">
              <a:defRPr/>
            </a:pPr>
            <a:r>
              <a:rPr lang="en-US" err="1"/>
              <a:t>Bộ</a:t>
            </a:r>
            <a:r>
              <a:rPr lang="en-US"/>
              <a:t> </a:t>
            </a:r>
            <a:r>
              <a:rPr lang="en-US" err="1"/>
              <a:t>môn</a:t>
            </a:r>
            <a:r>
              <a:rPr lang="en-US"/>
              <a:t> Công </a:t>
            </a:r>
            <a:r>
              <a:rPr lang="en-US" err="1"/>
              <a:t>nghệ</a:t>
            </a:r>
            <a:r>
              <a:rPr lang="en-US"/>
              <a:t> </a:t>
            </a:r>
            <a:r>
              <a:rPr lang="en-US" err="1"/>
              <a:t>phần</a:t>
            </a:r>
            <a:r>
              <a:rPr lang="en-US"/>
              <a:t> </a:t>
            </a:r>
            <a:r>
              <a:rPr lang="en-US" err="1"/>
              <a:t>mềm</a:t>
            </a:r>
            <a:endParaRPr lang="en-US"/>
          </a:p>
          <a:p>
            <a:pPr eaLnBrk="1" hangingPunct="1">
              <a:defRPr/>
            </a:pPr>
            <a:r>
              <a:rPr lang="en-US"/>
              <a:t>Khoa Công </a:t>
            </a:r>
            <a:r>
              <a:rPr lang="en-US" err="1"/>
              <a:t>nghệ</a:t>
            </a:r>
            <a:r>
              <a:rPr lang="en-US"/>
              <a:t> </a:t>
            </a:r>
            <a:r>
              <a:rPr lang="en-US" err="1"/>
              <a:t>thông</a:t>
            </a:r>
            <a:r>
              <a:rPr lang="en-US"/>
              <a:t> tin</a:t>
            </a:r>
          </a:p>
          <a:p>
            <a:pPr eaLnBrk="1" hangingPunct="1">
              <a:defRPr/>
            </a:pPr>
            <a:r>
              <a:rPr lang="en-US"/>
              <a:t>Website: dse.vnua.edu.vn/ncthang</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E4832A-827B-4FF0-BE91-BE7B13B4F259}"/>
              </a:ext>
            </a:extLst>
          </p:cNvPr>
          <p:cNvSpPr>
            <a:spLocks noGrp="1"/>
          </p:cNvSpPr>
          <p:nvPr>
            <p:ph type="title"/>
          </p:nvPr>
        </p:nvSpPr>
        <p:spPr/>
        <p:txBody>
          <a:bodyPr/>
          <a:lstStyle/>
          <a:p>
            <a:r>
              <a:rPr lang="en-US"/>
              <a:t>Nguyên lý lập trình</a:t>
            </a:r>
          </a:p>
        </p:txBody>
      </p:sp>
      <p:sp>
        <p:nvSpPr>
          <p:cNvPr id="4" name="Date Placeholder 3">
            <a:extLst>
              <a:ext uri="{FF2B5EF4-FFF2-40B4-BE49-F238E27FC236}">
                <a16:creationId xmlns:a16="http://schemas.microsoft.com/office/drawing/2014/main" id="{203B1ABD-1162-4413-A25D-04BD552AB1C7}"/>
              </a:ext>
            </a:extLst>
          </p:cNvPr>
          <p:cNvSpPr>
            <a:spLocks noGrp="1"/>
          </p:cNvSpPr>
          <p:nvPr>
            <p:ph type="dt" sz="half" idx="10"/>
          </p:nvPr>
        </p:nvSpPr>
        <p:spPr/>
        <p:txBody>
          <a:bodyPr/>
          <a:lstStyle/>
          <a:p>
            <a:pPr>
              <a:defRPr/>
            </a:pPr>
            <a:r>
              <a:rPr lang="en-US"/>
              <a:t>Ngô Công Thắng</a:t>
            </a:r>
          </a:p>
        </p:txBody>
      </p:sp>
      <p:sp>
        <p:nvSpPr>
          <p:cNvPr id="5" name="Footer Placeholder 4">
            <a:extLst>
              <a:ext uri="{FF2B5EF4-FFF2-40B4-BE49-F238E27FC236}">
                <a16:creationId xmlns:a16="http://schemas.microsoft.com/office/drawing/2014/main" id="{93F0D1CC-77D0-40B8-9874-422E2A9835D6}"/>
              </a:ext>
            </a:extLst>
          </p:cNvPr>
          <p:cNvSpPr>
            <a:spLocks noGrp="1"/>
          </p:cNvSpPr>
          <p:nvPr>
            <p:ph type="ftr" sz="quarter" idx="11"/>
          </p:nvPr>
        </p:nvSpPr>
        <p:spPr/>
        <p:txBody>
          <a:bodyPr/>
          <a:lstStyle/>
          <a:p>
            <a:pPr>
              <a:defRPr/>
            </a:pPr>
            <a:r>
              <a:rPr lang="en-US"/>
              <a:t>Bài giảng Cấu trúc dữ liệu và giải thuật  -  Chương 01</a:t>
            </a:r>
          </a:p>
        </p:txBody>
      </p:sp>
      <p:sp>
        <p:nvSpPr>
          <p:cNvPr id="6" name="Slide Number Placeholder 5">
            <a:extLst>
              <a:ext uri="{FF2B5EF4-FFF2-40B4-BE49-F238E27FC236}">
                <a16:creationId xmlns:a16="http://schemas.microsoft.com/office/drawing/2014/main" id="{7006CF9E-66DF-49B3-9006-92492FC45FA6}"/>
              </a:ext>
            </a:extLst>
          </p:cNvPr>
          <p:cNvSpPr>
            <a:spLocks noGrp="1"/>
          </p:cNvSpPr>
          <p:nvPr>
            <p:ph type="sldNum" sz="quarter" idx="12"/>
          </p:nvPr>
        </p:nvSpPr>
        <p:spPr/>
        <p:txBody>
          <a:bodyPr/>
          <a:lstStyle/>
          <a:p>
            <a:pPr>
              <a:defRPr/>
            </a:pPr>
            <a:r>
              <a:rPr lang="en-US"/>
              <a:t>1.</a:t>
            </a:r>
            <a:fld id="{8E1F47E7-8E8C-4477-81EA-1C90FCDB03FA}" type="slidenum">
              <a:rPr lang="en-US" smtClean="0"/>
              <a:pPr>
                <a:defRPr/>
              </a:pPr>
              <a:t>2</a:t>
            </a:fld>
            <a:endParaRPr lang="en-US"/>
          </a:p>
        </p:txBody>
      </p:sp>
      <p:sp>
        <p:nvSpPr>
          <p:cNvPr id="7" name="TextBox 6">
            <a:extLst>
              <a:ext uri="{FF2B5EF4-FFF2-40B4-BE49-F238E27FC236}">
                <a16:creationId xmlns:a16="http://schemas.microsoft.com/office/drawing/2014/main" id="{C06BBD1C-571E-4716-8603-BBCE9CE87F96}"/>
              </a:ext>
            </a:extLst>
          </p:cNvPr>
          <p:cNvSpPr txBox="1"/>
          <p:nvPr/>
        </p:nvSpPr>
        <p:spPr>
          <a:xfrm>
            <a:off x="883578" y="2054831"/>
            <a:ext cx="1503938" cy="523220"/>
          </a:xfrm>
          <a:prstGeom prst="rect">
            <a:avLst/>
          </a:prstGeom>
          <a:noFill/>
        </p:spPr>
        <p:txBody>
          <a:bodyPr wrap="none" rtlCol="0">
            <a:spAutoFit/>
          </a:bodyPr>
          <a:lstStyle/>
          <a:p>
            <a:r>
              <a:rPr lang="en-US" sz="2800"/>
              <a:t>Bài toán</a:t>
            </a:r>
          </a:p>
        </p:txBody>
      </p:sp>
      <p:sp>
        <p:nvSpPr>
          <p:cNvPr id="11" name="Arrow: Right 10">
            <a:extLst>
              <a:ext uri="{FF2B5EF4-FFF2-40B4-BE49-F238E27FC236}">
                <a16:creationId xmlns:a16="http://schemas.microsoft.com/office/drawing/2014/main" id="{94A495FC-A69D-4B49-A87D-86D7201842E0}"/>
              </a:ext>
            </a:extLst>
          </p:cNvPr>
          <p:cNvSpPr/>
          <p:nvPr/>
        </p:nvSpPr>
        <p:spPr bwMode="auto">
          <a:xfrm>
            <a:off x="2527443" y="2290374"/>
            <a:ext cx="493159" cy="174661"/>
          </a:xfrm>
          <a:prstGeom prst="rightArrow">
            <a:avLst/>
          </a:prstGeom>
          <a:solidFill>
            <a:schemeClr val="accent1"/>
          </a:solidFill>
          <a:ln w="1905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cs typeface="Arial" charset="0"/>
            </a:endParaRPr>
          </a:p>
        </p:txBody>
      </p:sp>
      <p:sp>
        <p:nvSpPr>
          <p:cNvPr id="12" name="TextBox 11">
            <a:extLst>
              <a:ext uri="{FF2B5EF4-FFF2-40B4-BE49-F238E27FC236}">
                <a16:creationId xmlns:a16="http://schemas.microsoft.com/office/drawing/2014/main" id="{83A964D9-2F2B-4B83-96BD-6F3F0201BFEB}"/>
              </a:ext>
            </a:extLst>
          </p:cNvPr>
          <p:cNvSpPr txBox="1"/>
          <p:nvPr/>
        </p:nvSpPr>
        <p:spPr>
          <a:xfrm>
            <a:off x="3160529" y="2054831"/>
            <a:ext cx="1723549" cy="523220"/>
          </a:xfrm>
          <a:prstGeom prst="rect">
            <a:avLst/>
          </a:prstGeom>
          <a:noFill/>
        </p:spPr>
        <p:txBody>
          <a:bodyPr wrap="none" rtlCol="0">
            <a:spAutoFit/>
          </a:bodyPr>
          <a:lstStyle/>
          <a:p>
            <a:r>
              <a:rPr lang="en-US" sz="2800"/>
              <a:t>Giải thuật</a:t>
            </a:r>
          </a:p>
        </p:txBody>
      </p:sp>
      <p:sp>
        <p:nvSpPr>
          <p:cNvPr id="13" name="Arrow: Right 12">
            <a:extLst>
              <a:ext uri="{FF2B5EF4-FFF2-40B4-BE49-F238E27FC236}">
                <a16:creationId xmlns:a16="http://schemas.microsoft.com/office/drawing/2014/main" id="{F88FC29B-5B0E-4F6D-BDD9-401FAC949C8B}"/>
              </a:ext>
            </a:extLst>
          </p:cNvPr>
          <p:cNvSpPr/>
          <p:nvPr/>
        </p:nvSpPr>
        <p:spPr bwMode="auto">
          <a:xfrm>
            <a:off x="5024005" y="2290374"/>
            <a:ext cx="493159" cy="174661"/>
          </a:xfrm>
          <a:prstGeom prst="rightArrow">
            <a:avLst/>
          </a:prstGeom>
          <a:solidFill>
            <a:schemeClr val="accent1"/>
          </a:solidFill>
          <a:ln w="1905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cs typeface="Arial" charset="0"/>
            </a:endParaRPr>
          </a:p>
        </p:txBody>
      </p:sp>
      <p:sp>
        <p:nvSpPr>
          <p:cNvPr id="14" name="TextBox 13">
            <a:extLst>
              <a:ext uri="{FF2B5EF4-FFF2-40B4-BE49-F238E27FC236}">
                <a16:creationId xmlns:a16="http://schemas.microsoft.com/office/drawing/2014/main" id="{756B332E-502C-4EE1-8B07-4FD0B94AB330}"/>
              </a:ext>
            </a:extLst>
          </p:cNvPr>
          <p:cNvSpPr txBox="1"/>
          <p:nvPr/>
        </p:nvSpPr>
        <p:spPr>
          <a:xfrm>
            <a:off x="5657091" y="2054831"/>
            <a:ext cx="2340705" cy="523220"/>
          </a:xfrm>
          <a:prstGeom prst="rect">
            <a:avLst/>
          </a:prstGeom>
          <a:noFill/>
        </p:spPr>
        <p:txBody>
          <a:bodyPr wrap="none" rtlCol="0">
            <a:spAutoFit/>
          </a:bodyPr>
          <a:lstStyle/>
          <a:p>
            <a:r>
              <a:rPr lang="en-US" sz="2800"/>
              <a:t>Chương trình</a:t>
            </a:r>
          </a:p>
        </p:txBody>
      </p:sp>
      <p:sp>
        <p:nvSpPr>
          <p:cNvPr id="15" name="Arrow: Right 14">
            <a:extLst>
              <a:ext uri="{FF2B5EF4-FFF2-40B4-BE49-F238E27FC236}">
                <a16:creationId xmlns:a16="http://schemas.microsoft.com/office/drawing/2014/main" id="{475B2E35-5530-40F8-BF6B-210C9EBE1BA4}"/>
              </a:ext>
            </a:extLst>
          </p:cNvPr>
          <p:cNvSpPr/>
          <p:nvPr/>
        </p:nvSpPr>
        <p:spPr bwMode="auto">
          <a:xfrm rot="5400000">
            <a:off x="6493533" y="2779884"/>
            <a:ext cx="493159" cy="174661"/>
          </a:xfrm>
          <a:prstGeom prst="rightArrow">
            <a:avLst/>
          </a:prstGeom>
          <a:solidFill>
            <a:schemeClr val="accent1"/>
          </a:solidFill>
          <a:ln w="1905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cs typeface="Arial" charset="0"/>
            </a:endParaRPr>
          </a:p>
        </p:txBody>
      </p:sp>
      <p:sp>
        <p:nvSpPr>
          <p:cNvPr id="16" name="TextBox 15">
            <a:extLst>
              <a:ext uri="{FF2B5EF4-FFF2-40B4-BE49-F238E27FC236}">
                <a16:creationId xmlns:a16="http://schemas.microsoft.com/office/drawing/2014/main" id="{9E3B36BD-FB19-4F33-8D02-6A670F9B4DF3}"/>
              </a:ext>
            </a:extLst>
          </p:cNvPr>
          <p:cNvSpPr txBox="1"/>
          <p:nvPr/>
        </p:nvSpPr>
        <p:spPr>
          <a:xfrm>
            <a:off x="5483165" y="3220987"/>
            <a:ext cx="2565126" cy="523220"/>
          </a:xfrm>
          <a:prstGeom prst="rect">
            <a:avLst/>
          </a:prstGeom>
          <a:noFill/>
        </p:spPr>
        <p:txBody>
          <a:bodyPr wrap="none" rtlCol="0">
            <a:spAutoFit/>
          </a:bodyPr>
          <a:lstStyle/>
          <a:p>
            <a:r>
              <a:rPr lang="en-US" sz="2800"/>
              <a:t>Ngôn ngữ máy</a:t>
            </a:r>
          </a:p>
        </p:txBody>
      </p:sp>
      <p:sp>
        <p:nvSpPr>
          <p:cNvPr id="17" name="Arrow: Right 16">
            <a:extLst>
              <a:ext uri="{FF2B5EF4-FFF2-40B4-BE49-F238E27FC236}">
                <a16:creationId xmlns:a16="http://schemas.microsoft.com/office/drawing/2014/main" id="{8A93F498-F952-4816-AD32-347EA3464236}"/>
              </a:ext>
            </a:extLst>
          </p:cNvPr>
          <p:cNvSpPr/>
          <p:nvPr/>
        </p:nvSpPr>
        <p:spPr bwMode="auto">
          <a:xfrm rot="5400000">
            <a:off x="6493533" y="4057368"/>
            <a:ext cx="493159" cy="174661"/>
          </a:xfrm>
          <a:prstGeom prst="rightArrow">
            <a:avLst/>
          </a:prstGeom>
          <a:solidFill>
            <a:schemeClr val="accent1"/>
          </a:solidFill>
          <a:ln w="1905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cs typeface="Arial" charset="0"/>
            </a:endParaRPr>
          </a:p>
        </p:txBody>
      </p:sp>
      <p:sp>
        <p:nvSpPr>
          <p:cNvPr id="18" name="TextBox 17">
            <a:extLst>
              <a:ext uri="{FF2B5EF4-FFF2-40B4-BE49-F238E27FC236}">
                <a16:creationId xmlns:a16="http://schemas.microsoft.com/office/drawing/2014/main" id="{A084BC8B-602A-4469-804D-280242E30C5E}"/>
              </a:ext>
            </a:extLst>
          </p:cNvPr>
          <p:cNvSpPr txBox="1"/>
          <p:nvPr/>
        </p:nvSpPr>
        <p:spPr>
          <a:xfrm>
            <a:off x="5533660" y="4498471"/>
            <a:ext cx="2464136" cy="523220"/>
          </a:xfrm>
          <a:prstGeom prst="rect">
            <a:avLst/>
          </a:prstGeom>
          <a:noFill/>
        </p:spPr>
        <p:txBody>
          <a:bodyPr wrap="none" rtlCol="0">
            <a:spAutoFit/>
          </a:bodyPr>
          <a:lstStyle/>
          <a:p>
            <a:r>
              <a:rPr lang="en-US" sz="2800"/>
              <a:t>Máy thực hiện</a:t>
            </a:r>
          </a:p>
        </p:txBody>
      </p:sp>
    </p:spTree>
    <p:extLst>
      <p:ext uri="{BB962C8B-B14F-4D97-AF65-F5344CB8AC3E}">
        <p14:creationId xmlns:p14="http://schemas.microsoft.com/office/powerpoint/2010/main" val="320228362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quarter" idx="10"/>
          </p:nvPr>
        </p:nvSpPr>
        <p:spPr/>
        <p:txBody>
          <a:bodyPr/>
          <a:lstStyle/>
          <a:p>
            <a:pPr>
              <a:defRPr/>
            </a:pPr>
            <a:r>
              <a:rPr lang="en-US"/>
              <a:t>Ngô Công Thắng</a:t>
            </a:r>
          </a:p>
        </p:txBody>
      </p:sp>
      <p:sp>
        <p:nvSpPr>
          <p:cNvPr id="5" name="Footer Placeholder 4"/>
          <p:cNvSpPr>
            <a:spLocks noGrp="1"/>
          </p:cNvSpPr>
          <p:nvPr>
            <p:ph type="ftr" sz="quarter" idx="11"/>
          </p:nvPr>
        </p:nvSpPr>
        <p:spPr/>
        <p:txBody>
          <a:bodyPr/>
          <a:lstStyle/>
          <a:p>
            <a:pPr>
              <a:defRPr/>
            </a:pPr>
            <a:r>
              <a:rPr lang="en-US"/>
              <a:t>Bài giảng Cấu trúc dữ liệu và giải thuật  -  Chương 01</a:t>
            </a:r>
          </a:p>
        </p:txBody>
      </p:sp>
      <p:sp>
        <p:nvSpPr>
          <p:cNvPr id="6" name="Slide Number Placeholder 5"/>
          <p:cNvSpPr>
            <a:spLocks noGrp="1"/>
          </p:cNvSpPr>
          <p:nvPr>
            <p:ph type="sldNum" sz="quarter" idx="12"/>
          </p:nvPr>
        </p:nvSpPr>
        <p:spPr/>
        <p:txBody>
          <a:bodyPr/>
          <a:lstStyle/>
          <a:p>
            <a:pPr>
              <a:defRPr/>
            </a:pPr>
            <a:r>
              <a:rPr lang="en-US"/>
              <a:t>1.</a:t>
            </a:r>
            <a:fld id="{8B728143-5F9F-4CA2-9B11-AC990398AB80}" type="slidenum">
              <a:rPr lang="en-US"/>
              <a:pPr>
                <a:defRPr/>
              </a:pPr>
              <a:t>3</a:t>
            </a:fld>
            <a:endParaRPr lang="en-US"/>
          </a:p>
        </p:txBody>
      </p:sp>
      <p:sp>
        <p:nvSpPr>
          <p:cNvPr id="73733" name="Rectangle 5"/>
          <p:cNvSpPr>
            <a:spLocks noGrp="1" noChangeArrowheads="1"/>
          </p:cNvSpPr>
          <p:nvPr>
            <p:ph type="title"/>
          </p:nvPr>
        </p:nvSpPr>
        <p:spPr/>
        <p:txBody>
          <a:bodyPr/>
          <a:lstStyle/>
          <a:p>
            <a:pPr eaLnBrk="1" hangingPunct="1">
              <a:defRPr/>
            </a:pPr>
            <a:r>
              <a:rPr lang="en-US" sz="3600"/>
              <a:t>1. Mối quan hệ giữa cấu trúc dữ liệu và giải thuật</a:t>
            </a:r>
          </a:p>
        </p:txBody>
      </p:sp>
      <p:sp>
        <p:nvSpPr>
          <p:cNvPr id="73734" name="Rectangle 6"/>
          <p:cNvSpPr>
            <a:spLocks noGrp="1" noChangeArrowheads="1"/>
          </p:cNvSpPr>
          <p:nvPr>
            <p:ph type="body" idx="1"/>
          </p:nvPr>
        </p:nvSpPr>
        <p:spPr/>
        <p:txBody>
          <a:bodyPr/>
          <a:lstStyle/>
          <a:p>
            <a:pPr eaLnBrk="1" hangingPunct="1">
              <a:buFont typeface="Wingdings" pitchFamily="2" charset="2"/>
              <a:buNone/>
              <a:defRPr/>
            </a:pPr>
            <a:r>
              <a:rPr lang="en-US"/>
              <a:t>1.1. Giải thuật (thuật toán, algorithms)</a:t>
            </a:r>
          </a:p>
          <a:p>
            <a:pPr eaLnBrk="1" hangingPunct="1">
              <a:defRPr/>
            </a:pPr>
            <a:r>
              <a:rPr lang="en-US"/>
              <a:t>Khái niệm: Giải thuật là một hệ thống các thao tác, các phép toán được </a:t>
            </a:r>
            <a:r>
              <a:rPr lang="en-US" u="sng"/>
              <a:t>thực hiện theo trình tự nhất định</a:t>
            </a:r>
            <a:r>
              <a:rPr lang="en-US"/>
              <a:t> trên một số đối tượng dữ liệu nào đó, sao cho sau </a:t>
            </a:r>
            <a:r>
              <a:rPr lang="en-US" u="sng"/>
              <a:t>một số bước hữu hạn</a:t>
            </a:r>
            <a:r>
              <a:rPr lang="en-US"/>
              <a:t> ta có được </a:t>
            </a:r>
            <a:r>
              <a:rPr lang="en-US" u="sng"/>
              <a:t>kết quả mong muốn</a:t>
            </a:r>
            <a:r>
              <a:rPr lang="en-US"/>
              <a:t>.</a:t>
            </a:r>
          </a:p>
          <a:p>
            <a:pPr eaLnBrk="1" hangingPunct="1">
              <a:defRPr/>
            </a:pPr>
            <a:r>
              <a:rPr lang="en-US"/>
              <a:t>Giải thuật là phép xử lý, còn đối tượng xử lý là dữ liệu.</a:t>
            </a:r>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quarter" idx="10"/>
          </p:nvPr>
        </p:nvSpPr>
        <p:spPr/>
        <p:txBody>
          <a:bodyPr/>
          <a:lstStyle/>
          <a:p>
            <a:pPr>
              <a:defRPr/>
            </a:pPr>
            <a:r>
              <a:rPr lang="en-US"/>
              <a:t>Ngô Công Thắng</a:t>
            </a:r>
          </a:p>
        </p:txBody>
      </p:sp>
      <p:sp>
        <p:nvSpPr>
          <p:cNvPr id="5" name="Footer Placeholder 4"/>
          <p:cNvSpPr>
            <a:spLocks noGrp="1"/>
          </p:cNvSpPr>
          <p:nvPr>
            <p:ph type="ftr" sz="quarter" idx="11"/>
          </p:nvPr>
        </p:nvSpPr>
        <p:spPr/>
        <p:txBody>
          <a:bodyPr/>
          <a:lstStyle/>
          <a:p>
            <a:pPr>
              <a:defRPr/>
            </a:pPr>
            <a:r>
              <a:rPr lang="en-US"/>
              <a:t>Bài giảng Cấu trúc dữ liệu và giải thuật  -  Chương 01</a:t>
            </a:r>
          </a:p>
        </p:txBody>
      </p:sp>
      <p:sp>
        <p:nvSpPr>
          <p:cNvPr id="6" name="Slide Number Placeholder 5"/>
          <p:cNvSpPr>
            <a:spLocks noGrp="1"/>
          </p:cNvSpPr>
          <p:nvPr>
            <p:ph type="sldNum" sz="quarter" idx="12"/>
          </p:nvPr>
        </p:nvSpPr>
        <p:spPr/>
        <p:txBody>
          <a:bodyPr/>
          <a:lstStyle/>
          <a:p>
            <a:pPr>
              <a:defRPr/>
            </a:pPr>
            <a:r>
              <a:rPr lang="en-US"/>
              <a:t>1.</a:t>
            </a:r>
            <a:fld id="{F120486D-BBDC-4ADC-9F1E-BD8B14500661}" type="slidenum">
              <a:rPr lang="en-US"/>
              <a:pPr>
                <a:defRPr/>
              </a:pPr>
              <a:t>4</a:t>
            </a:fld>
            <a:endParaRPr lang="en-US"/>
          </a:p>
        </p:txBody>
      </p:sp>
      <p:sp>
        <p:nvSpPr>
          <p:cNvPr id="168962" name="Rectangle 2"/>
          <p:cNvSpPr>
            <a:spLocks noGrp="1" noChangeArrowheads="1"/>
          </p:cNvSpPr>
          <p:nvPr>
            <p:ph type="title"/>
          </p:nvPr>
        </p:nvSpPr>
        <p:spPr/>
        <p:txBody>
          <a:bodyPr/>
          <a:lstStyle/>
          <a:p>
            <a:pPr eaLnBrk="1" hangingPunct="1">
              <a:defRPr/>
            </a:pPr>
            <a:r>
              <a:rPr lang="en-US" sz="3600"/>
              <a:t>1.1. Giải thuật (thuật toán, algorithms)</a:t>
            </a:r>
          </a:p>
        </p:txBody>
      </p:sp>
      <p:sp>
        <p:nvSpPr>
          <p:cNvPr id="168963" name="Rectangle 3"/>
          <p:cNvSpPr>
            <a:spLocks noGrp="1" noChangeArrowheads="1"/>
          </p:cNvSpPr>
          <p:nvPr>
            <p:ph type="body" idx="1"/>
          </p:nvPr>
        </p:nvSpPr>
        <p:spPr/>
        <p:txBody>
          <a:bodyPr/>
          <a:lstStyle/>
          <a:p>
            <a:pPr eaLnBrk="1" hangingPunct="1">
              <a:lnSpc>
                <a:spcPct val="90000"/>
              </a:lnSpc>
              <a:defRPr/>
            </a:pPr>
            <a:r>
              <a:rPr lang="en-US" sz="2800" err="1"/>
              <a:t>Giải</a:t>
            </a:r>
            <a:r>
              <a:rPr lang="en-US" sz="2800"/>
              <a:t> </a:t>
            </a:r>
            <a:r>
              <a:rPr lang="en-US" sz="2800" err="1"/>
              <a:t>thuật</a:t>
            </a:r>
            <a:r>
              <a:rPr lang="en-US" sz="2800"/>
              <a:t> </a:t>
            </a:r>
            <a:r>
              <a:rPr lang="en-US" sz="2800" err="1"/>
              <a:t>phải</a:t>
            </a:r>
            <a:r>
              <a:rPr lang="en-US" sz="2800"/>
              <a:t> </a:t>
            </a:r>
            <a:r>
              <a:rPr lang="en-US" sz="2800" err="1"/>
              <a:t>có</a:t>
            </a:r>
            <a:r>
              <a:rPr lang="en-US" sz="2800"/>
              <a:t> </a:t>
            </a:r>
            <a:r>
              <a:rPr lang="en-US" sz="2800" err="1"/>
              <a:t>các</a:t>
            </a:r>
            <a:r>
              <a:rPr lang="en-US" sz="2800"/>
              <a:t> </a:t>
            </a:r>
            <a:r>
              <a:rPr lang="en-US" sz="2800" err="1"/>
              <a:t>tính</a:t>
            </a:r>
            <a:r>
              <a:rPr lang="en-US" sz="2800"/>
              <a:t> </a:t>
            </a:r>
            <a:r>
              <a:rPr lang="en-US" sz="2800" err="1"/>
              <a:t>chất</a:t>
            </a:r>
            <a:r>
              <a:rPr lang="en-US" sz="2800"/>
              <a:t> (yêu cầu) sau:</a:t>
            </a:r>
          </a:p>
          <a:p>
            <a:pPr lvl="1" eaLnBrk="1" hangingPunct="1">
              <a:lnSpc>
                <a:spcPct val="90000"/>
              </a:lnSpc>
              <a:defRPr/>
            </a:pPr>
            <a:r>
              <a:rPr lang="en-US" sz="2400" err="1"/>
              <a:t>Tính</a:t>
            </a:r>
            <a:r>
              <a:rPr lang="en-US" sz="2400"/>
              <a:t> </a:t>
            </a:r>
            <a:r>
              <a:rPr lang="en-US" sz="2400" err="1"/>
              <a:t>thực</a:t>
            </a:r>
            <a:r>
              <a:rPr lang="en-US" sz="2400"/>
              <a:t> </a:t>
            </a:r>
            <a:r>
              <a:rPr lang="en-US" sz="2400" err="1"/>
              <a:t>hiện</a:t>
            </a:r>
            <a:r>
              <a:rPr lang="en-US" sz="2400"/>
              <a:t> </a:t>
            </a:r>
            <a:r>
              <a:rPr lang="en-US" sz="2400" err="1"/>
              <a:t>được</a:t>
            </a:r>
            <a:r>
              <a:rPr lang="en-US" sz="2400"/>
              <a:t>:</a:t>
            </a:r>
          </a:p>
          <a:p>
            <a:pPr lvl="1" eaLnBrk="1" hangingPunct="1">
              <a:lnSpc>
                <a:spcPct val="90000"/>
              </a:lnSpc>
              <a:defRPr/>
            </a:pPr>
            <a:r>
              <a:rPr lang="en-US" sz="2400" err="1"/>
              <a:t>Tính</a:t>
            </a:r>
            <a:r>
              <a:rPr lang="en-US" sz="2400"/>
              <a:t> </a:t>
            </a:r>
            <a:r>
              <a:rPr lang="en-US" sz="2400" err="1"/>
              <a:t>kết</a:t>
            </a:r>
            <a:r>
              <a:rPr lang="en-US" sz="2400"/>
              <a:t> </a:t>
            </a:r>
            <a:r>
              <a:rPr lang="en-US" sz="2400" err="1"/>
              <a:t>thúc</a:t>
            </a:r>
            <a:r>
              <a:rPr lang="en-US" sz="2400"/>
              <a:t>:</a:t>
            </a:r>
          </a:p>
          <a:p>
            <a:pPr lvl="1" eaLnBrk="1" hangingPunct="1">
              <a:lnSpc>
                <a:spcPct val="90000"/>
              </a:lnSpc>
              <a:defRPr/>
            </a:pPr>
            <a:r>
              <a:rPr lang="en-US" sz="2400" err="1"/>
              <a:t>Tính</a:t>
            </a:r>
            <a:r>
              <a:rPr lang="en-US" sz="2400"/>
              <a:t> </a:t>
            </a:r>
            <a:r>
              <a:rPr lang="en-US" sz="2400" err="1"/>
              <a:t>kết</a:t>
            </a:r>
            <a:r>
              <a:rPr lang="en-US" sz="2400"/>
              <a:t> </a:t>
            </a:r>
            <a:r>
              <a:rPr lang="en-US" sz="2400" err="1"/>
              <a:t>quả</a:t>
            </a:r>
            <a:r>
              <a:rPr lang="en-US" sz="2400"/>
              <a:t>: </a:t>
            </a:r>
            <a:r>
              <a:rPr lang="en-US" sz="2400" err="1"/>
              <a:t>Phải</a:t>
            </a:r>
            <a:r>
              <a:rPr lang="en-US" sz="2400"/>
              <a:t> </a:t>
            </a:r>
            <a:r>
              <a:rPr lang="en-US" sz="2400" err="1"/>
              <a:t>cho</a:t>
            </a:r>
            <a:r>
              <a:rPr lang="en-US" sz="2400"/>
              <a:t> </a:t>
            </a:r>
            <a:r>
              <a:rPr lang="en-US" sz="2400" err="1"/>
              <a:t>kết</a:t>
            </a:r>
            <a:r>
              <a:rPr lang="en-US" sz="2400"/>
              <a:t> </a:t>
            </a:r>
            <a:r>
              <a:rPr lang="en-US" sz="2400" err="1"/>
              <a:t>quả</a:t>
            </a:r>
            <a:r>
              <a:rPr lang="en-US" sz="2400"/>
              <a:t> </a:t>
            </a:r>
            <a:r>
              <a:rPr lang="en-US" sz="2400" err="1"/>
              <a:t>mong</a:t>
            </a:r>
            <a:r>
              <a:rPr lang="en-US" sz="2400"/>
              <a:t> </a:t>
            </a:r>
            <a:r>
              <a:rPr lang="en-US" sz="2400" err="1"/>
              <a:t>muốn</a:t>
            </a:r>
            <a:r>
              <a:rPr lang="en-US" sz="2400"/>
              <a:t>.</a:t>
            </a:r>
          </a:p>
          <a:p>
            <a:pPr lvl="1" eaLnBrk="1" hangingPunct="1">
              <a:lnSpc>
                <a:spcPct val="90000"/>
              </a:lnSpc>
              <a:defRPr/>
            </a:pPr>
            <a:r>
              <a:rPr lang="en-US" sz="2400" err="1"/>
              <a:t>Tính</a:t>
            </a:r>
            <a:r>
              <a:rPr lang="en-US" sz="2400"/>
              <a:t> </a:t>
            </a:r>
            <a:r>
              <a:rPr lang="en-US" sz="2400" err="1"/>
              <a:t>hiệu</a:t>
            </a:r>
            <a:r>
              <a:rPr lang="en-US" sz="2400"/>
              <a:t> </a:t>
            </a:r>
            <a:r>
              <a:rPr lang="en-US" sz="2400" err="1"/>
              <a:t>quả</a:t>
            </a:r>
            <a:r>
              <a:rPr lang="en-US" sz="2400"/>
              <a:t>:</a:t>
            </a:r>
          </a:p>
          <a:p>
            <a:pPr lvl="1" eaLnBrk="1" hangingPunct="1">
              <a:lnSpc>
                <a:spcPct val="90000"/>
              </a:lnSpc>
              <a:defRPr/>
            </a:pPr>
            <a:r>
              <a:rPr lang="en-US" sz="2400" err="1"/>
              <a:t>Tính</a:t>
            </a:r>
            <a:r>
              <a:rPr lang="en-US" sz="2400"/>
              <a:t> </a:t>
            </a:r>
            <a:r>
              <a:rPr lang="en-US" sz="2400" err="1"/>
              <a:t>duy</a:t>
            </a:r>
            <a:r>
              <a:rPr lang="en-US" sz="2400"/>
              <a:t> </a:t>
            </a:r>
            <a:r>
              <a:rPr lang="en-US" sz="2400" err="1"/>
              <a:t>nhất</a:t>
            </a:r>
            <a:r>
              <a:rPr lang="en-US" sz="2400"/>
              <a:t>:</a:t>
            </a:r>
          </a:p>
          <a:p>
            <a:pPr lvl="1" eaLnBrk="1" hangingPunct="1">
              <a:lnSpc>
                <a:spcPct val="90000"/>
              </a:lnSpc>
              <a:defRPr/>
            </a:pPr>
            <a:r>
              <a:rPr lang="en-US" sz="2400" err="1"/>
              <a:t>Tính</a:t>
            </a:r>
            <a:r>
              <a:rPr lang="en-US" sz="2400"/>
              <a:t> </a:t>
            </a:r>
            <a:r>
              <a:rPr lang="en-US" sz="2400" err="1"/>
              <a:t>tổng</a:t>
            </a:r>
            <a:r>
              <a:rPr lang="en-US" sz="2400"/>
              <a:t> </a:t>
            </a:r>
            <a:r>
              <a:rPr lang="en-US" sz="2400" err="1"/>
              <a:t>quát</a:t>
            </a:r>
            <a:r>
              <a:rPr lang="en-US" sz="2400"/>
              <a:t>: </a:t>
            </a:r>
            <a:r>
              <a:rPr lang="en-US" sz="2400" err="1"/>
              <a:t>Phải</a:t>
            </a:r>
            <a:r>
              <a:rPr lang="en-US" sz="2400"/>
              <a:t> </a:t>
            </a:r>
            <a:r>
              <a:rPr lang="en-US" sz="2400" err="1"/>
              <a:t>áp</a:t>
            </a:r>
            <a:r>
              <a:rPr lang="en-US" sz="2400"/>
              <a:t> </a:t>
            </a:r>
            <a:r>
              <a:rPr lang="en-US" sz="2400" err="1"/>
              <a:t>dụng</a:t>
            </a:r>
            <a:r>
              <a:rPr lang="en-US" sz="2400"/>
              <a:t> </a:t>
            </a:r>
            <a:r>
              <a:rPr lang="en-US" sz="2400" err="1"/>
              <a:t>cho</a:t>
            </a:r>
            <a:r>
              <a:rPr lang="en-US" sz="2400"/>
              <a:t> </a:t>
            </a:r>
            <a:r>
              <a:rPr lang="en-US" sz="2400" err="1"/>
              <a:t>mọi</a:t>
            </a:r>
            <a:r>
              <a:rPr lang="en-US" sz="2400"/>
              <a:t> </a:t>
            </a:r>
            <a:r>
              <a:rPr lang="en-US" sz="2400" err="1"/>
              <a:t>bài</a:t>
            </a:r>
            <a:r>
              <a:rPr lang="en-US" sz="2400"/>
              <a:t> </a:t>
            </a:r>
            <a:r>
              <a:rPr lang="en-US" sz="2400" err="1"/>
              <a:t>toán</a:t>
            </a:r>
            <a:r>
              <a:rPr lang="en-US" sz="2400"/>
              <a:t> </a:t>
            </a:r>
            <a:r>
              <a:rPr lang="en-US" sz="2400" err="1"/>
              <a:t>cùng</a:t>
            </a:r>
            <a:r>
              <a:rPr lang="en-US" sz="2400"/>
              <a:t> loại và xử lý được mọi tình huống liên quan.</a:t>
            </a:r>
          </a:p>
          <a:p>
            <a:pPr lvl="1" eaLnBrk="1" hangingPunct="1">
              <a:lnSpc>
                <a:spcPct val="90000"/>
              </a:lnSpc>
              <a:defRPr/>
            </a:pPr>
            <a:r>
              <a:rPr lang="en-US" sz="2400" err="1"/>
              <a:t>Tính</a:t>
            </a:r>
            <a:r>
              <a:rPr lang="en-US" sz="2400"/>
              <a:t> </a:t>
            </a:r>
            <a:r>
              <a:rPr lang="en-US" sz="2400" err="1"/>
              <a:t>hình</a:t>
            </a:r>
            <a:r>
              <a:rPr lang="en-US" sz="2400"/>
              <a:t> </a:t>
            </a:r>
            <a:r>
              <a:rPr lang="en-US" sz="2400" err="1"/>
              <a:t>thức</a:t>
            </a:r>
            <a:r>
              <a:rPr lang="en-US" sz="2400"/>
              <a:t> (</a:t>
            </a:r>
            <a:r>
              <a:rPr lang="en-US" sz="2400" err="1"/>
              <a:t>máy</a:t>
            </a:r>
            <a:r>
              <a:rPr lang="en-US" sz="2400"/>
              <a:t> </a:t>
            </a:r>
            <a:r>
              <a:rPr lang="en-US" sz="2400" err="1"/>
              <a:t>móc</a:t>
            </a:r>
            <a:r>
              <a:rPr lang="en-US" sz="2400"/>
              <a:t>)</a:t>
            </a:r>
          </a:p>
        </p:txBody>
      </p:sp>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quarter" idx="10"/>
          </p:nvPr>
        </p:nvSpPr>
        <p:spPr/>
        <p:txBody>
          <a:bodyPr/>
          <a:lstStyle/>
          <a:p>
            <a:pPr>
              <a:defRPr/>
            </a:pPr>
            <a:r>
              <a:rPr lang="en-US"/>
              <a:t>Ngô Công Thắng</a:t>
            </a:r>
          </a:p>
        </p:txBody>
      </p:sp>
      <p:sp>
        <p:nvSpPr>
          <p:cNvPr id="5" name="Footer Placeholder 4"/>
          <p:cNvSpPr>
            <a:spLocks noGrp="1"/>
          </p:cNvSpPr>
          <p:nvPr>
            <p:ph type="ftr" sz="quarter" idx="11"/>
          </p:nvPr>
        </p:nvSpPr>
        <p:spPr/>
        <p:txBody>
          <a:bodyPr/>
          <a:lstStyle/>
          <a:p>
            <a:pPr>
              <a:defRPr/>
            </a:pPr>
            <a:r>
              <a:rPr lang="en-US"/>
              <a:t>Bài giảng Cấu trúc dữ liệu và giải thuật  -  Chương 01</a:t>
            </a:r>
          </a:p>
        </p:txBody>
      </p:sp>
      <p:sp>
        <p:nvSpPr>
          <p:cNvPr id="6" name="Slide Number Placeholder 5"/>
          <p:cNvSpPr>
            <a:spLocks noGrp="1"/>
          </p:cNvSpPr>
          <p:nvPr>
            <p:ph type="sldNum" sz="quarter" idx="12"/>
          </p:nvPr>
        </p:nvSpPr>
        <p:spPr/>
        <p:txBody>
          <a:bodyPr/>
          <a:lstStyle/>
          <a:p>
            <a:pPr>
              <a:defRPr/>
            </a:pPr>
            <a:r>
              <a:rPr lang="en-US"/>
              <a:t>1.</a:t>
            </a:r>
            <a:fld id="{342FD1DE-0398-49A5-A132-7B9D2C12D68E}" type="slidenum">
              <a:rPr lang="en-US"/>
              <a:pPr>
                <a:defRPr/>
              </a:pPr>
              <a:t>5</a:t>
            </a:fld>
            <a:endParaRPr lang="en-US"/>
          </a:p>
        </p:txBody>
      </p:sp>
      <p:sp>
        <p:nvSpPr>
          <p:cNvPr id="169986" name="Rectangle 2"/>
          <p:cNvSpPr>
            <a:spLocks noGrp="1" noChangeArrowheads="1"/>
          </p:cNvSpPr>
          <p:nvPr>
            <p:ph type="title"/>
          </p:nvPr>
        </p:nvSpPr>
        <p:spPr/>
        <p:txBody>
          <a:bodyPr/>
          <a:lstStyle/>
          <a:p>
            <a:pPr eaLnBrk="1" hangingPunct="1">
              <a:defRPr/>
            </a:pPr>
            <a:r>
              <a:rPr lang="en-US" sz="3600"/>
              <a:t>1.2. Cấu trúc dữ liệu </a:t>
            </a:r>
          </a:p>
        </p:txBody>
      </p:sp>
      <p:sp>
        <p:nvSpPr>
          <p:cNvPr id="169987" name="Rectangle 3"/>
          <p:cNvSpPr>
            <a:spLocks noGrp="1" noChangeArrowheads="1"/>
          </p:cNvSpPr>
          <p:nvPr>
            <p:ph type="body" idx="1"/>
          </p:nvPr>
        </p:nvSpPr>
        <p:spPr/>
        <p:txBody>
          <a:bodyPr/>
          <a:lstStyle/>
          <a:p>
            <a:pPr eaLnBrk="1" hangingPunct="1">
              <a:lnSpc>
                <a:spcPct val="80000"/>
              </a:lnSpc>
              <a:defRPr/>
            </a:pPr>
            <a:r>
              <a:rPr lang="en-US" sz="2800"/>
              <a:t>Khái niệm dữ liệu: Dữ liệu là các phần tử biểu diễn các thông tin cần thiết cho bài toán.</a:t>
            </a:r>
          </a:p>
          <a:p>
            <a:pPr eaLnBrk="1" hangingPunct="1">
              <a:lnSpc>
                <a:spcPct val="80000"/>
              </a:lnSpc>
              <a:defRPr/>
            </a:pPr>
            <a:r>
              <a:rPr lang="en-US" sz="2800"/>
              <a:t>Một bài toán có thể có các loại dữ liệu: Dữ liệu vào, dữ liệu trung gian, dữ liệu ra.</a:t>
            </a:r>
          </a:p>
          <a:p>
            <a:pPr lvl="1" eaLnBrk="1" hangingPunct="1">
              <a:lnSpc>
                <a:spcPct val="80000"/>
              </a:lnSpc>
              <a:defRPr/>
            </a:pPr>
            <a:r>
              <a:rPr lang="en-US" sz="2400"/>
              <a:t>Dữ liệu vào là dữ liệu cần đưa vào để xử lý, đây chính là đầu vào của bài toán.</a:t>
            </a:r>
          </a:p>
          <a:p>
            <a:pPr lvl="1" eaLnBrk="1" hangingPunct="1">
              <a:lnSpc>
                <a:spcPct val="80000"/>
              </a:lnSpc>
              <a:defRPr/>
            </a:pPr>
            <a:r>
              <a:rPr lang="en-US" sz="2400"/>
              <a:t>Dữ liệu trung gian là dữ liệu chứa các kết quả trung gian trong quá trình xử lý.</a:t>
            </a:r>
          </a:p>
          <a:p>
            <a:pPr lvl="1" eaLnBrk="1" hangingPunct="1">
              <a:lnSpc>
                <a:spcPct val="80000"/>
              </a:lnSpc>
              <a:defRPr/>
            </a:pPr>
            <a:r>
              <a:rPr lang="en-US" sz="2400"/>
              <a:t>Dữ liệu ra là dữ liệu chứa kết quả mong muốn của bài toán.</a:t>
            </a:r>
          </a:p>
          <a:p>
            <a:pPr eaLnBrk="1" hangingPunct="1">
              <a:lnSpc>
                <a:spcPct val="80000"/>
              </a:lnSpc>
              <a:defRPr/>
            </a:pPr>
            <a:r>
              <a:rPr lang="en-US" sz="2800"/>
              <a:t>Giải thuật thực hiện biến đổi từ các dữ liệu vào thành các dữ liệu ra.</a:t>
            </a:r>
          </a:p>
        </p:txBody>
      </p:sp>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quarter" idx="10"/>
          </p:nvPr>
        </p:nvSpPr>
        <p:spPr/>
        <p:txBody>
          <a:bodyPr/>
          <a:lstStyle/>
          <a:p>
            <a:pPr>
              <a:defRPr/>
            </a:pPr>
            <a:r>
              <a:rPr lang="en-US"/>
              <a:t>Ngô Công Thắng</a:t>
            </a:r>
          </a:p>
        </p:txBody>
      </p:sp>
      <p:sp>
        <p:nvSpPr>
          <p:cNvPr id="5" name="Footer Placeholder 4"/>
          <p:cNvSpPr>
            <a:spLocks noGrp="1"/>
          </p:cNvSpPr>
          <p:nvPr>
            <p:ph type="ftr" sz="quarter" idx="11"/>
          </p:nvPr>
        </p:nvSpPr>
        <p:spPr/>
        <p:txBody>
          <a:bodyPr/>
          <a:lstStyle/>
          <a:p>
            <a:pPr>
              <a:defRPr/>
            </a:pPr>
            <a:r>
              <a:rPr lang="en-US"/>
              <a:t>Bài giảng Cấu trúc dữ liệu và giải thuật  -  Chương 01</a:t>
            </a:r>
          </a:p>
        </p:txBody>
      </p:sp>
      <p:sp>
        <p:nvSpPr>
          <p:cNvPr id="6" name="Slide Number Placeholder 5"/>
          <p:cNvSpPr>
            <a:spLocks noGrp="1"/>
          </p:cNvSpPr>
          <p:nvPr>
            <p:ph type="sldNum" sz="quarter" idx="12"/>
          </p:nvPr>
        </p:nvSpPr>
        <p:spPr/>
        <p:txBody>
          <a:bodyPr/>
          <a:lstStyle/>
          <a:p>
            <a:pPr>
              <a:defRPr/>
            </a:pPr>
            <a:r>
              <a:rPr lang="en-US"/>
              <a:t>1.</a:t>
            </a:r>
            <a:fld id="{295594E3-693D-424E-A1BB-758831F86EB9}" type="slidenum">
              <a:rPr lang="en-US"/>
              <a:pPr>
                <a:defRPr/>
              </a:pPr>
              <a:t>6</a:t>
            </a:fld>
            <a:endParaRPr lang="en-US"/>
          </a:p>
        </p:txBody>
      </p:sp>
      <p:sp>
        <p:nvSpPr>
          <p:cNvPr id="171010" name="Rectangle 2"/>
          <p:cNvSpPr>
            <a:spLocks noGrp="1" noChangeArrowheads="1"/>
          </p:cNvSpPr>
          <p:nvPr>
            <p:ph type="title"/>
          </p:nvPr>
        </p:nvSpPr>
        <p:spPr/>
        <p:txBody>
          <a:bodyPr/>
          <a:lstStyle/>
          <a:p>
            <a:pPr eaLnBrk="1" hangingPunct="1">
              <a:defRPr/>
            </a:pPr>
            <a:r>
              <a:rPr lang="en-US" sz="3600"/>
              <a:t>1.2. Cấu trúc dữ liệu (</a:t>
            </a:r>
            <a:r>
              <a:rPr lang="en-US" sz="3600" i="1"/>
              <a:t>tiếp</a:t>
            </a:r>
            <a:r>
              <a:rPr lang="en-US" sz="3600"/>
              <a:t>)</a:t>
            </a:r>
          </a:p>
        </p:txBody>
      </p:sp>
      <p:sp>
        <p:nvSpPr>
          <p:cNvPr id="171011" name="Rectangle 3"/>
          <p:cNvSpPr>
            <a:spLocks noGrp="1" noChangeArrowheads="1"/>
          </p:cNvSpPr>
          <p:nvPr>
            <p:ph type="body" idx="1"/>
          </p:nvPr>
        </p:nvSpPr>
        <p:spPr/>
        <p:txBody>
          <a:bodyPr/>
          <a:lstStyle/>
          <a:p>
            <a:pPr eaLnBrk="1" hangingPunct="1">
              <a:defRPr/>
            </a:pPr>
            <a:r>
              <a:rPr lang="en-US"/>
              <a:t>Ví dụ 1: Ta xét bài toán tính học bổng cho sinh viên theo chế độ hiện hành. Các dữ liệu của bài toán bao gồm:</a:t>
            </a:r>
          </a:p>
          <a:p>
            <a:pPr lvl="1" eaLnBrk="1" hangingPunct="1">
              <a:defRPr/>
            </a:pPr>
            <a:r>
              <a:rPr lang="en-US"/>
              <a:t>Dữ liệu vào: Họ và tên, Điểm các môn, Số trình các môn học.</a:t>
            </a:r>
          </a:p>
          <a:p>
            <a:pPr lvl="1" eaLnBrk="1" hangingPunct="1">
              <a:defRPr/>
            </a:pPr>
            <a:r>
              <a:rPr lang="en-US"/>
              <a:t>Dữ liệu trung gian: Điểm trung bình</a:t>
            </a:r>
          </a:p>
          <a:p>
            <a:pPr lvl="1" eaLnBrk="1" hangingPunct="1">
              <a:defRPr/>
            </a:pPr>
            <a:r>
              <a:rPr lang="en-US"/>
              <a:t>Dữ liệu ra: Học bổng</a:t>
            </a:r>
          </a:p>
        </p:txBody>
      </p:sp>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quarter" idx="10"/>
          </p:nvPr>
        </p:nvSpPr>
        <p:spPr/>
        <p:txBody>
          <a:bodyPr/>
          <a:lstStyle/>
          <a:p>
            <a:pPr>
              <a:defRPr/>
            </a:pPr>
            <a:r>
              <a:rPr lang="en-US"/>
              <a:t>Ngô Công Thắng</a:t>
            </a:r>
          </a:p>
        </p:txBody>
      </p:sp>
      <p:sp>
        <p:nvSpPr>
          <p:cNvPr id="5" name="Footer Placeholder 4"/>
          <p:cNvSpPr>
            <a:spLocks noGrp="1"/>
          </p:cNvSpPr>
          <p:nvPr>
            <p:ph type="ftr" sz="quarter" idx="11"/>
          </p:nvPr>
        </p:nvSpPr>
        <p:spPr/>
        <p:txBody>
          <a:bodyPr/>
          <a:lstStyle/>
          <a:p>
            <a:pPr>
              <a:defRPr/>
            </a:pPr>
            <a:r>
              <a:rPr lang="en-US"/>
              <a:t>Bài giảng Cấu trúc dữ liệu và giải thuật  -  Chương 01</a:t>
            </a:r>
          </a:p>
        </p:txBody>
      </p:sp>
      <p:sp>
        <p:nvSpPr>
          <p:cNvPr id="6" name="Slide Number Placeholder 5"/>
          <p:cNvSpPr>
            <a:spLocks noGrp="1"/>
          </p:cNvSpPr>
          <p:nvPr>
            <p:ph type="sldNum" sz="quarter" idx="12"/>
          </p:nvPr>
        </p:nvSpPr>
        <p:spPr/>
        <p:txBody>
          <a:bodyPr/>
          <a:lstStyle/>
          <a:p>
            <a:pPr>
              <a:defRPr/>
            </a:pPr>
            <a:r>
              <a:rPr lang="en-US"/>
              <a:t>1.</a:t>
            </a:r>
            <a:fld id="{E41E6938-53FE-41E4-B366-0052536BA396}" type="slidenum">
              <a:rPr lang="en-US"/>
              <a:pPr>
                <a:defRPr/>
              </a:pPr>
              <a:t>7</a:t>
            </a:fld>
            <a:endParaRPr lang="en-US"/>
          </a:p>
        </p:txBody>
      </p:sp>
      <p:sp>
        <p:nvSpPr>
          <p:cNvPr id="172034" name="Rectangle 2"/>
          <p:cNvSpPr>
            <a:spLocks noGrp="1" noChangeArrowheads="1"/>
          </p:cNvSpPr>
          <p:nvPr>
            <p:ph type="title"/>
          </p:nvPr>
        </p:nvSpPr>
        <p:spPr/>
        <p:txBody>
          <a:bodyPr/>
          <a:lstStyle/>
          <a:p>
            <a:pPr eaLnBrk="1" hangingPunct="1">
              <a:defRPr/>
            </a:pPr>
            <a:r>
              <a:rPr lang="en-US" sz="3600"/>
              <a:t>1.2. Cấu trúc dữ liệu (</a:t>
            </a:r>
            <a:r>
              <a:rPr lang="en-US" sz="3600" i="1"/>
              <a:t>tiếp</a:t>
            </a:r>
            <a:r>
              <a:rPr lang="en-US" sz="3600"/>
              <a:t>)</a:t>
            </a:r>
          </a:p>
        </p:txBody>
      </p:sp>
      <p:sp>
        <p:nvSpPr>
          <p:cNvPr id="172035" name="Rectangle 3"/>
          <p:cNvSpPr>
            <a:spLocks noGrp="1" noChangeArrowheads="1"/>
          </p:cNvSpPr>
          <p:nvPr>
            <p:ph type="body" idx="1"/>
          </p:nvPr>
        </p:nvSpPr>
        <p:spPr/>
        <p:txBody>
          <a:bodyPr/>
          <a:lstStyle/>
          <a:p>
            <a:pPr eaLnBrk="1" hangingPunct="1">
              <a:defRPr/>
            </a:pPr>
            <a:r>
              <a:rPr lang="en-US"/>
              <a:t>Ví dụ 2: Xét bài toán giải phương trình bậc hai  ax2 + bx + c = 0 . Các dữ liệu của bài toán này như sau:</a:t>
            </a:r>
          </a:p>
          <a:p>
            <a:pPr lvl="1" eaLnBrk="1" hangingPunct="1">
              <a:defRPr/>
            </a:pPr>
            <a:r>
              <a:rPr lang="en-US"/>
              <a:t>Dữ liệu vào: a, b, c</a:t>
            </a:r>
          </a:p>
          <a:p>
            <a:pPr lvl="1" eaLnBrk="1" hangingPunct="1">
              <a:defRPr/>
            </a:pPr>
            <a:r>
              <a:rPr lang="en-US"/>
              <a:t>Dữ liệu trung gian: delta </a:t>
            </a:r>
          </a:p>
          <a:p>
            <a:pPr lvl="1" eaLnBrk="1" hangingPunct="1">
              <a:defRPr/>
            </a:pPr>
            <a:r>
              <a:rPr lang="fr-FR"/>
              <a:t>Dữ liệu ra: x1, x2</a:t>
            </a:r>
            <a:endParaRPr lang="en-US"/>
          </a:p>
        </p:txBody>
      </p:sp>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quarter" idx="10"/>
          </p:nvPr>
        </p:nvSpPr>
        <p:spPr/>
        <p:txBody>
          <a:bodyPr/>
          <a:lstStyle/>
          <a:p>
            <a:pPr>
              <a:defRPr/>
            </a:pPr>
            <a:r>
              <a:rPr lang="en-US"/>
              <a:t>Ngô Công Thắng</a:t>
            </a:r>
          </a:p>
        </p:txBody>
      </p:sp>
      <p:sp>
        <p:nvSpPr>
          <p:cNvPr id="5" name="Footer Placeholder 4"/>
          <p:cNvSpPr>
            <a:spLocks noGrp="1"/>
          </p:cNvSpPr>
          <p:nvPr>
            <p:ph type="ftr" sz="quarter" idx="11"/>
          </p:nvPr>
        </p:nvSpPr>
        <p:spPr/>
        <p:txBody>
          <a:bodyPr/>
          <a:lstStyle/>
          <a:p>
            <a:pPr>
              <a:defRPr/>
            </a:pPr>
            <a:r>
              <a:rPr lang="en-US"/>
              <a:t>Bài giảng Cấu trúc dữ liệu và giải thuật  -  Chương 01</a:t>
            </a:r>
          </a:p>
        </p:txBody>
      </p:sp>
      <p:sp>
        <p:nvSpPr>
          <p:cNvPr id="6" name="Slide Number Placeholder 5"/>
          <p:cNvSpPr>
            <a:spLocks noGrp="1"/>
          </p:cNvSpPr>
          <p:nvPr>
            <p:ph type="sldNum" sz="quarter" idx="12"/>
          </p:nvPr>
        </p:nvSpPr>
        <p:spPr/>
        <p:txBody>
          <a:bodyPr/>
          <a:lstStyle/>
          <a:p>
            <a:pPr>
              <a:defRPr/>
            </a:pPr>
            <a:r>
              <a:rPr lang="en-US"/>
              <a:t>1.</a:t>
            </a:r>
            <a:fld id="{3F376EAC-17E6-4333-8BAD-6FE8AC5A1FBB}" type="slidenum">
              <a:rPr lang="en-US"/>
              <a:pPr>
                <a:defRPr/>
              </a:pPr>
              <a:t>8</a:t>
            </a:fld>
            <a:endParaRPr lang="en-US"/>
          </a:p>
        </p:txBody>
      </p:sp>
      <p:sp>
        <p:nvSpPr>
          <p:cNvPr id="173058" name="Rectangle 2"/>
          <p:cNvSpPr>
            <a:spLocks noGrp="1" noChangeArrowheads="1"/>
          </p:cNvSpPr>
          <p:nvPr>
            <p:ph type="title"/>
          </p:nvPr>
        </p:nvSpPr>
        <p:spPr/>
        <p:txBody>
          <a:bodyPr/>
          <a:lstStyle/>
          <a:p>
            <a:pPr eaLnBrk="1" hangingPunct="1">
              <a:defRPr/>
            </a:pPr>
            <a:r>
              <a:rPr lang="en-US" sz="3600"/>
              <a:t>1.2. Cấu trúc dữ liệu (</a:t>
            </a:r>
            <a:r>
              <a:rPr lang="en-US" sz="3600" i="1"/>
              <a:t>tiếp</a:t>
            </a:r>
            <a:r>
              <a:rPr lang="en-US" sz="3600"/>
              <a:t>)</a:t>
            </a:r>
          </a:p>
        </p:txBody>
      </p:sp>
      <p:sp>
        <p:nvSpPr>
          <p:cNvPr id="173059" name="Rectangle 3"/>
          <p:cNvSpPr>
            <a:spLocks noGrp="1" noChangeArrowheads="1"/>
          </p:cNvSpPr>
          <p:nvPr>
            <p:ph type="body" idx="1"/>
          </p:nvPr>
        </p:nvSpPr>
        <p:spPr/>
        <p:txBody>
          <a:bodyPr/>
          <a:lstStyle/>
          <a:p>
            <a:pPr eaLnBrk="1" hangingPunct="1">
              <a:lnSpc>
                <a:spcPct val="90000"/>
              </a:lnSpc>
              <a:defRPr/>
            </a:pPr>
            <a:r>
              <a:rPr lang="fr-FR" sz="2800"/>
              <a:t>Dữ liệu nguyên tử là phần tử dữ liệu cơ sở không thể tách nhỏ ra được, có thể là một chữ số, một kí tự, một giá trị logic,... Trong một bài toán, dữ liệu bao gồm một tập các dữ liệu nguyên tử</a:t>
            </a:r>
            <a:r>
              <a:rPr lang="en-US" sz="2800"/>
              <a:t>.</a:t>
            </a:r>
          </a:p>
          <a:p>
            <a:pPr eaLnBrk="1" hangingPunct="1">
              <a:lnSpc>
                <a:spcPct val="90000"/>
              </a:lnSpc>
              <a:defRPr/>
            </a:pPr>
            <a:r>
              <a:rPr lang="fr-FR" sz="2800"/>
              <a:t>Từ các dữ liệu nguyên tử ta có thể tạo thành các cấu trúc dữ liệu bằng các cách thức liên kết khác nhau. Chẳng hạn liên kết các kí tự lại với nhau tạo thành cấu trúc dữ liệu kiểu xâu kí tự, liên kết các số lại với nhau theo kiểu một dãy số ta được cấu trúc dữ liệu kiểu mảng một chiều.</a:t>
            </a:r>
            <a:endParaRPr lang="en-US" sz="2800"/>
          </a:p>
        </p:txBody>
      </p:sp>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quarter" idx="10"/>
          </p:nvPr>
        </p:nvSpPr>
        <p:spPr/>
        <p:txBody>
          <a:bodyPr/>
          <a:lstStyle/>
          <a:p>
            <a:pPr>
              <a:defRPr/>
            </a:pPr>
            <a:r>
              <a:rPr lang="en-US"/>
              <a:t>Ngô Công Thắng</a:t>
            </a:r>
          </a:p>
        </p:txBody>
      </p:sp>
      <p:sp>
        <p:nvSpPr>
          <p:cNvPr id="5" name="Footer Placeholder 4"/>
          <p:cNvSpPr>
            <a:spLocks noGrp="1"/>
          </p:cNvSpPr>
          <p:nvPr>
            <p:ph type="ftr" sz="quarter" idx="11"/>
          </p:nvPr>
        </p:nvSpPr>
        <p:spPr/>
        <p:txBody>
          <a:bodyPr/>
          <a:lstStyle/>
          <a:p>
            <a:pPr>
              <a:defRPr/>
            </a:pPr>
            <a:r>
              <a:rPr lang="en-US"/>
              <a:t>Bài giảng Cấu trúc dữ liệu và giải thuật  -  Chương 01</a:t>
            </a:r>
          </a:p>
        </p:txBody>
      </p:sp>
      <p:sp>
        <p:nvSpPr>
          <p:cNvPr id="6" name="Slide Number Placeholder 5"/>
          <p:cNvSpPr>
            <a:spLocks noGrp="1"/>
          </p:cNvSpPr>
          <p:nvPr>
            <p:ph type="sldNum" sz="quarter" idx="12"/>
          </p:nvPr>
        </p:nvSpPr>
        <p:spPr/>
        <p:txBody>
          <a:bodyPr/>
          <a:lstStyle/>
          <a:p>
            <a:pPr>
              <a:defRPr/>
            </a:pPr>
            <a:r>
              <a:rPr lang="en-US"/>
              <a:t>1.</a:t>
            </a:r>
            <a:fld id="{5A0E9973-5256-4295-B928-B5B2BEBA23E2}" type="slidenum">
              <a:rPr lang="en-US"/>
              <a:pPr>
                <a:defRPr/>
              </a:pPr>
              <a:t>9</a:t>
            </a:fld>
            <a:endParaRPr lang="en-US"/>
          </a:p>
        </p:txBody>
      </p:sp>
      <p:sp>
        <p:nvSpPr>
          <p:cNvPr id="174082" name="Rectangle 2"/>
          <p:cNvSpPr>
            <a:spLocks noGrp="1" noChangeArrowheads="1"/>
          </p:cNvSpPr>
          <p:nvPr>
            <p:ph type="title"/>
          </p:nvPr>
        </p:nvSpPr>
        <p:spPr/>
        <p:txBody>
          <a:bodyPr/>
          <a:lstStyle/>
          <a:p>
            <a:pPr eaLnBrk="1" hangingPunct="1">
              <a:defRPr/>
            </a:pPr>
            <a:r>
              <a:rPr lang="en-US" sz="3600"/>
              <a:t>1.2. Cấu trúc dữ liệu (</a:t>
            </a:r>
            <a:r>
              <a:rPr lang="en-US" sz="3600" i="1"/>
              <a:t>tiếp</a:t>
            </a:r>
            <a:r>
              <a:rPr lang="en-US" sz="3600"/>
              <a:t>)</a:t>
            </a:r>
          </a:p>
        </p:txBody>
      </p:sp>
      <p:sp>
        <p:nvSpPr>
          <p:cNvPr id="174083" name="Rectangle 3"/>
          <p:cNvSpPr>
            <a:spLocks noGrp="1" noChangeArrowheads="1"/>
          </p:cNvSpPr>
          <p:nvPr>
            <p:ph type="body" idx="1"/>
          </p:nvPr>
        </p:nvSpPr>
        <p:spPr/>
        <p:txBody>
          <a:bodyPr/>
          <a:lstStyle/>
          <a:p>
            <a:pPr eaLnBrk="1" hangingPunct="1">
              <a:lnSpc>
                <a:spcPct val="80000"/>
              </a:lnSpc>
              <a:defRPr/>
            </a:pPr>
            <a:r>
              <a:rPr lang="fr-FR"/>
              <a:t>Tóm lại, Cấu trúc dữ liệu là tập hợp các phần tử dữ liệu liên kết với nhau bằng một cách nào đó. Nói tới cấu trúc dữ liệu là nói tới cách tổ chức các phần tử dữ liệu như thế nào.</a:t>
            </a:r>
          </a:p>
          <a:p>
            <a:pPr eaLnBrk="1" hangingPunct="1">
              <a:lnSpc>
                <a:spcPct val="80000"/>
              </a:lnSpc>
              <a:defRPr/>
            </a:pPr>
            <a:r>
              <a:rPr lang="fr-FR"/>
              <a:t>Cấu trúc dữ liệu dùng để biểu diễn dữ liệu của bài toán.</a:t>
            </a:r>
            <a:endParaRPr lang="en-US"/>
          </a:p>
        </p:txBody>
      </p:sp>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quarter" idx="10"/>
          </p:nvPr>
        </p:nvSpPr>
        <p:spPr/>
        <p:txBody>
          <a:bodyPr/>
          <a:lstStyle/>
          <a:p>
            <a:pPr>
              <a:defRPr/>
            </a:pPr>
            <a:r>
              <a:rPr lang="en-US"/>
              <a:t>Ngô Công Thắng</a:t>
            </a:r>
          </a:p>
        </p:txBody>
      </p:sp>
      <p:sp>
        <p:nvSpPr>
          <p:cNvPr id="5" name="Footer Placeholder 4"/>
          <p:cNvSpPr>
            <a:spLocks noGrp="1"/>
          </p:cNvSpPr>
          <p:nvPr>
            <p:ph type="ftr" sz="quarter" idx="11"/>
          </p:nvPr>
        </p:nvSpPr>
        <p:spPr/>
        <p:txBody>
          <a:bodyPr/>
          <a:lstStyle/>
          <a:p>
            <a:pPr>
              <a:defRPr/>
            </a:pPr>
            <a:r>
              <a:rPr lang="en-US"/>
              <a:t>Bài giảng Cấu trúc dữ liệu và giải thuật  -  Chương 01</a:t>
            </a:r>
          </a:p>
        </p:txBody>
      </p:sp>
      <p:sp>
        <p:nvSpPr>
          <p:cNvPr id="6" name="Slide Number Placeholder 5"/>
          <p:cNvSpPr>
            <a:spLocks noGrp="1"/>
          </p:cNvSpPr>
          <p:nvPr>
            <p:ph type="sldNum" sz="quarter" idx="12"/>
          </p:nvPr>
        </p:nvSpPr>
        <p:spPr/>
        <p:txBody>
          <a:bodyPr/>
          <a:lstStyle/>
          <a:p>
            <a:pPr>
              <a:defRPr/>
            </a:pPr>
            <a:r>
              <a:rPr lang="en-US"/>
              <a:t>1.</a:t>
            </a:r>
            <a:fld id="{541CF5AD-19D6-4E2C-A454-DE88D6271A39}" type="slidenum">
              <a:rPr lang="en-US"/>
              <a:pPr>
                <a:defRPr/>
              </a:pPr>
              <a:t>10</a:t>
            </a:fld>
            <a:endParaRPr lang="en-US"/>
          </a:p>
        </p:txBody>
      </p:sp>
      <p:sp>
        <p:nvSpPr>
          <p:cNvPr id="175106" name="Rectangle 2"/>
          <p:cNvSpPr>
            <a:spLocks noGrp="1" noChangeArrowheads="1"/>
          </p:cNvSpPr>
          <p:nvPr>
            <p:ph type="title"/>
          </p:nvPr>
        </p:nvSpPr>
        <p:spPr/>
        <p:txBody>
          <a:bodyPr/>
          <a:lstStyle/>
          <a:p>
            <a:pPr eaLnBrk="1" hangingPunct="1">
              <a:defRPr/>
            </a:pPr>
            <a:r>
              <a:rPr lang="en-US" sz="3600"/>
              <a:t>1.2. Cấu trúc dữ liệu (</a:t>
            </a:r>
            <a:r>
              <a:rPr lang="en-US" sz="3600" i="1"/>
              <a:t>tiếp</a:t>
            </a:r>
            <a:r>
              <a:rPr lang="en-US" sz="3600"/>
              <a:t>)</a:t>
            </a:r>
          </a:p>
        </p:txBody>
      </p:sp>
      <p:sp>
        <p:nvSpPr>
          <p:cNvPr id="175107" name="Rectangle 3"/>
          <p:cNvSpPr>
            <a:spLocks noGrp="1" noChangeArrowheads="1"/>
          </p:cNvSpPr>
          <p:nvPr>
            <p:ph type="body" idx="1"/>
          </p:nvPr>
        </p:nvSpPr>
        <p:spPr/>
        <p:txBody>
          <a:bodyPr/>
          <a:lstStyle/>
          <a:p>
            <a:pPr eaLnBrk="1" hangingPunct="1">
              <a:lnSpc>
                <a:spcPct val="80000"/>
              </a:lnSpc>
              <a:defRPr/>
            </a:pPr>
            <a:r>
              <a:rPr lang="fr-FR" sz="2800"/>
              <a:t>Khái niệm về Cấu trúc lưu trữ: Cách biểu diễn một cấu trúc dữ liệu trong bộ nhớ được gọi là cấu trúc lưu trữ, đó chính là cách cài đặt cấu trúc dữ liệu trên máy vi tính</a:t>
            </a:r>
            <a:r>
              <a:rPr lang="en-US" sz="2800"/>
              <a:t>.</a:t>
            </a:r>
          </a:p>
          <a:p>
            <a:pPr lvl="1" eaLnBrk="1" hangingPunct="1">
              <a:lnSpc>
                <a:spcPct val="80000"/>
              </a:lnSpc>
              <a:defRPr/>
            </a:pPr>
            <a:r>
              <a:rPr lang="fr-FR" sz="2400"/>
              <a:t>Có thể có nhiều cấu trúc lưu trữ khác nhau cho một cấu trúc dữ liệu. Chẳng hạn một cấu trúc dữ liệu kiểu mảng ta có thể lưu trữ bằng các ô nhớ kế tiếp nhau trong bộ nhớ hoặc có thể lưu trữ bằng các ô nhớ không kế tiếp nhau trong bộ nhớ.</a:t>
            </a:r>
          </a:p>
          <a:p>
            <a:pPr lvl="1" eaLnBrk="1" hangingPunct="1">
              <a:lnSpc>
                <a:spcPct val="80000"/>
              </a:lnSpc>
              <a:defRPr/>
            </a:pPr>
            <a:r>
              <a:rPr lang="fr-FR" sz="2400"/>
              <a:t>Có thể có nhiều cấu trúc dữ liệu khác nhau được cài đặt trong bộ nhớ bằng một cấu trúc lưu trữ. Chẳng hạn cấu trúc xâu kí tự, cấu trúc mảng đều có thể cài đặt trong bộ bằng các ô kế tiếp nhau.</a:t>
            </a:r>
            <a:r>
              <a:rPr lang="en-US" sz="2400"/>
              <a:t> </a:t>
            </a:r>
          </a:p>
        </p:txBody>
      </p:sp>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D683E6-42EE-4F37-B6A1-40E9FD542789}"/>
              </a:ext>
            </a:extLst>
          </p:cNvPr>
          <p:cNvSpPr>
            <a:spLocks noGrp="1"/>
          </p:cNvSpPr>
          <p:nvPr>
            <p:ph type="title"/>
          </p:nvPr>
        </p:nvSpPr>
        <p:spPr/>
        <p:txBody>
          <a:bodyPr/>
          <a:lstStyle/>
          <a:p>
            <a:r>
              <a:rPr lang="en-US"/>
              <a:t>Các cấu trúc l</a:t>
            </a:r>
            <a:r>
              <a:rPr lang="vi-VN"/>
              <a:t>ư</a:t>
            </a:r>
            <a:r>
              <a:rPr lang="en-US"/>
              <a:t>u trữ</a:t>
            </a:r>
          </a:p>
        </p:txBody>
      </p:sp>
      <p:sp>
        <p:nvSpPr>
          <p:cNvPr id="3" name="Content Placeholder 2">
            <a:extLst>
              <a:ext uri="{FF2B5EF4-FFF2-40B4-BE49-F238E27FC236}">
                <a16:creationId xmlns:a16="http://schemas.microsoft.com/office/drawing/2014/main" id="{CB8729C8-E968-4C3D-BDCA-9A923C5AC9EF}"/>
              </a:ext>
            </a:extLst>
          </p:cNvPr>
          <p:cNvSpPr>
            <a:spLocks noGrp="1"/>
          </p:cNvSpPr>
          <p:nvPr>
            <p:ph idx="1"/>
          </p:nvPr>
        </p:nvSpPr>
        <p:spPr>
          <a:xfrm>
            <a:off x="457200" y="1600200"/>
            <a:ext cx="8229600" cy="2990851"/>
          </a:xfrm>
        </p:spPr>
        <p:txBody>
          <a:bodyPr/>
          <a:lstStyle/>
          <a:p>
            <a:r>
              <a:rPr lang="en-US"/>
              <a:t>Cấu trúc l</a:t>
            </a:r>
            <a:r>
              <a:rPr lang="vi-VN"/>
              <a:t>ư</a:t>
            </a:r>
            <a:r>
              <a:rPr lang="en-US"/>
              <a:t>u trữ kế tiếp</a:t>
            </a:r>
          </a:p>
          <a:p>
            <a:pPr marL="0" indent="0">
              <a:buNone/>
            </a:pPr>
            <a:endParaRPr lang="en-US"/>
          </a:p>
          <a:p>
            <a:pPr marL="0" indent="0">
              <a:buNone/>
            </a:pPr>
            <a:endParaRPr lang="en-US"/>
          </a:p>
          <a:p>
            <a:pPr marL="0" indent="0">
              <a:buNone/>
            </a:pPr>
            <a:endParaRPr lang="en-US"/>
          </a:p>
          <a:p>
            <a:r>
              <a:rPr lang="en-US"/>
              <a:t>Cấu trúc l</a:t>
            </a:r>
            <a:r>
              <a:rPr lang="vi-VN"/>
              <a:t>ư</a:t>
            </a:r>
            <a:r>
              <a:rPr lang="en-US"/>
              <a:t>u trữ phân tán</a:t>
            </a:r>
          </a:p>
        </p:txBody>
      </p:sp>
      <p:sp>
        <p:nvSpPr>
          <p:cNvPr id="4" name="Date Placeholder 3">
            <a:extLst>
              <a:ext uri="{FF2B5EF4-FFF2-40B4-BE49-F238E27FC236}">
                <a16:creationId xmlns:a16="http://schemas.microsoft.com/office/drawing/2014/main" id="{79A7D0E3-7DBA-42FA-9855-09AD6ED477DC}"/>
              </a:ext>
            </a:extLst>
          </p:cNvPr>
          <p:cNvSpPr>
            <a:spLocks noGrp="1"/>
          </p:cNvSpPr>
          <p:nvPr>
            <p:ph type="dt" sz="half" idx="10"/>
          </p:nvPr>
        </p:nvSpPr>
        <p:spPr/>
        <p:txBody>
          <a:bodyPr/>
          <a:lstStyle/>
          <a:p>
            <a:pPr>
              <a:defRPr/>
            </a:pPr>
            <a:r>
              <a:rPr lang="en-US"/>
              <a:t>Ngô Công Thắng</a:t>
            </a:r>
          </a:p>
        </p:txBody>
      </p:sp>
      <p:sp>
        <p:nvSpPr>
          <p:cNvPr id="5" name="Footer Placeholder 4">
            <a:extLst>
              <a:ext uri="{FF2B5EF4-FFF2-40B4-BE49-F238E27FC236}">
                <a16:creationId xmlns:a16="http://schemas.microsoft.com/office/drawing/2014/main" id="{12BAFAA1-D751-45BD-90CB-0F5E6C5FA687}"/>
              </a:ext>
            </a:extLst>
          </p:cNvPr>
          <p:cNvSpPr>
            <a:spLocks noGrp="1"/>
          </p:cNvSpPr>
          <p:nvPr>
            <p:ph type="ftr" sz="quarter" idx="11"/>
          </p:nvPr>
        </p:nvSpPr>
        <p:spPr/>
        <p:txBody>
          <a:bodyPr/>
          <a:lstStyle/>
          <a:p>
            <a:pPr>
              <a:defRPr/>
            </a:pPr>
            <a:r>
              <a:rPr lang="en-US"/>
              <a:t>Bài giảng Cấu trúc dữ liệu và giải thuật  -  Chương 01</a:t>
            </a:r>
          </a:p>
        </p:txBody>
      </p:sp>
      <p:sp>
        <p:nvSpPr>
          <p:cNvPr id="6" name="Slide Number Placeholder 5">
            <a:extLst>
              <a:ext uri="{FF2B5EF4-FFF2-40B4-BE49-F238E27FC236}">
                <a16:creationId xmlns:a16="http://schemas.microsoft.com/office/drawing/2014/main" id="{7DE9185C-15A3-4FBB-9805-B18D2814D7FE}"/>
              </a:ext>
            </a:extLst>
          </p:cNvPr>
          <p:cNvSpPr>
            <a:spLocks noGrp="1"/>
          </p:cNvSpPr>
          <p:nvPr>
            <p:ph type="sldNum" sz="quarter" idx="12"/>
          </p:nvPr>
        </p:nvSpPr>
        <p:spPr/>
        <p:txBody>
          <a:bodyPr/>
          <a:lstStyle/>
          <a:p>
            <a:pPr>
              <a:defRPr/>
            </a:pPr>
            <a:r>
              <a:rPr lang="en-US"/>
              <a:t>1.</a:t>
            </a:r>
            <a:fld id="{8E1F47E7-8E8C-4477-81EA-1C90FCDB03FA}" type="slidenum">
              <a:rPr lang="en-US" smtClean="0"/>
              <a:pPr>
                <a:defRPr/>
              </a:pPr>
              <a:t>11</a:t>
            </a:fld>
            <a:endParaRPr lang="en-US"/>
          </a:p>
        </p:txBody>
      </p:sp>
      <p:sp>
        <p:nvSpPr>
          <p:cNvPr id="7" name="Rectangle 6">
            <a:extLst>
              <a:ext uri="{FF2B5EF4-FFF2-40B4-BE49-F238E27FC236}">
                <a16:creationId xmlns:a16="http://schemas.microsoft.com/office/drawing/2014/main" id="{27F068DF-6562-45AA-A91E-42B690EF2568}"/>
              </a:ext>
            </a:extLst>
          </p:cNvPr>
          <p:cNvSpPr/>
          <p:nvPr/>
        </p:nvSpPr>
        <p:spPr bwMode="auto">
          <a:xfrm>
            <a:off x="975360" y="2397760"/>
            <a:ext cx="579120" cy="457200"/>
          </a:xfrm>
          <a:prstGeom prst="rect">
            <a:avLst/>
          </a:prstGeom>
          <a:solidFill>
            <a:schemeClr val="accent1"/>
          </a:solidFill>
          <a:ln w="1905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cs typeface="Arial" charset="0"/>
            </a:endParaRPr>
          </a:p>
        </p:txBody>
      </p:sp>
      <p:sp>
        <p:nvSpPr>
          <p:cNvPr id="8" name="Rectangle 7">
            <a:extLst>
              <a:ext uri="{FF2B5EF4-FFF2-40B4-BE49-F238E27FC236}">
                <a16:creationId xmlns:a16="http://schemas.microsoft.com/office/drawing/2014/main" id="{CE9E8560-E622-4488-9625-7D9F7897D2E7}"/>
              </a:ext>
            </a:extLst>
          </p:cNvPr>
          <p:cNvSpPr/>
          <p:nvPr/>
        </p:nvSpPr>
        <p:spPr bwMode="auto">
          <a:xfrm>
            <a:off x="1554480" y="2397760"/>
            <a:ext cx="579120" cy="457200"/>
          </a:xfrm>
          <a:prstGeom prst="rect">
            <a:avLst/>
          </a:prstGeom>
          <a:solidFill>
            <a:schemeClr val="accent1"/>
          </a:solidFill>
          <a:ln w="1905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cs typeface="Arial" charset="0"/>
            </a:endParaRPr>
          </a:p>
        </p:txBody>
      </p:sp>
      <p:sp>
        <p:nvSpPr>
          <p:cNvPr id="9" name="Rectangle 8">
            <a:extLst>
              <a:ext uri="{FF2B5EF4-FFF2-40B4-BE49-F238E27FC236}">
                <a16:creationId xmlns:a16="http://schemas.microsoft.com/office/drawing/2014/main" id="{CAB99A17-9BBD-4B2F-87F7-87CD0EA01495}"/>
              </a:ext>
            </a:extLst>
          </p:cNvPr>
          <p:cNvSpPr/>
          <p:nvPr/>
        </p:nvSpPr>
        <p:spPr bwMode="auto">
          <a:xfrm>
            <a:off x="2133600" y="2397760"/>
            <a:ext cx="579120" cy="457200"/>
          </a:xfrm>
          <a:prstGeom prst="rect">
            <a:avLst/>
          </a:prstGeom>
          <a:solidFill>
            <a:schemeClr val="accent1"/>
          </a:solidFill>
          <a:ln w="1905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cs typeface="Arial" charset="0"/>
            </a:endParaRPr>
          </a:p>
        </p:txBody>
      </p:sp>
      <p:sp>
        <p:nvSpPr>
          <p:cNvPr id="10" name="Rectangle 9">
            <a:extLst>
              <a:ext uri="{FF2B5EF4-FFF2-40B4-BE49-F238E27FC236}">
                <a16:creationId xmlns:a16="http://schemas.microsoft.com/office/drawing/2014/main" id="{D9D922F9-E873-419A-A8B6-7EB25F53EF75}"/>
              </a:ext>
            </a:extLst>
          </p:cNvPr>
          <p:cNvSpPr/>
          <p:nvPr/>
        </p:nvSpPr>
        <p:spPr bwMode="auto">
          <a:xfrm>
            <a:off x="2712720" y="2397760"/>
            <a:ext cx="579120" cy="457200"/>
          </a:xfrm>
          <a:prstGeom prst="rect">
            <a:avLst/>
          </a:prstGeom>
          <a:solidFill>
            <a:schemeClr val="accent1"/>
          </a:solidFill>
          <a:ln w="1905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cs typeface="Arial" charset="0"/>
            </a:endParaRPr>
          </a:p>
        </p:txBody>
      </p:sp>
      <p:sp>
        <p:nvSpPr>
          <p:cNvPr id="11" name="TextBox 10">
            <a:extLst>
              <a:ext uri="{FF2B5EF4-FFF2-40B4-BE49-F238E27FC236}">
                <a16:creationId xmlns:a16="http://schemas.microsoft.com/office/drawing/2014/main" id="{4D2278AE-F471-4263-8B52-8E466300F622}"/>
              </a:ext>
            </a:extLst>
          </p:cNvPr>
          <p:cNvSpPr txBox="1"/>
          <p:nvPr/>
        </p:nvSpPr>
        <p:spPr>
          <a:xfrm>
            <a:off x="1051560" y="2441694"/>
            <a:ext cx="487680" cy="369332"/>
          </a:xfrm>
          <a:prstGeom prst="rect">
            <a:avLst/>
          </a:prstGeom>
          <a:noFill/>
        </p:spPr>
        <p:txBody>
          <a:bodyPr wrap="square" rtlCol="0">
            <a:spAutoFit/>
          </a:bodyPr>
          <a:lstStyle/>
          <a:p>
            <a:r>
              <a:rPr lang="en-US"/>
              <a:t>a1</a:t>
            </a:r>
          </a:p>
        </p:txBody>
      </p:sp>
      <p:sp>
        <p:nvSpPr>
          <p:cNvPr id="12" name="TextBox 11">
            <a:extLst>
              <a:ext uri="{FF2B5EF4-FFF2-40B4-BE49-F238E27FC236}">
                <a16:creationId xmlns:a16="http://schemas.microsoft.com/office/drawing/2014/main" id="{6CFAA2B0-C8B1-4BF5-8FE9-51DB2D342FE0}"/>
              </a:ext>
            </a:extLst>
          </p:cNvPr>
          <p:cNvSpPr txBox="1"/>
          <p:nvPr/>
        </p:nvSpPr>
        <p:spPr>
          <a:xfrm>
            <a:off x="1615440" y="2441694"/>
            <a:ext cx="487680" cy="369332"/>
          </a:xfrm>
          <a:prstGeom prst="rect">
            <a:avLst/>
          </a:prstGeom>
          <a:noFill/>
        </p:spPr>
        <p:txBody>
          <a:bodyPr wrap="square" rtlCol="0">
            <a:spAutoFit/>
          </a:bodyPr>
          <a:lstStyle/>
          <a:p>
            <a:r>
              <a:rPr lang="en-US"/>
              <a:t>a2</a:t>
            </a:r>
          </a:p>
        </p:txBody>
      </p:sp>
      <p:sp>
        <p:nvSpPr>
          <p:cNvPr id="13" name="TextBox 12">
            <a:extLst>
              <a:ext uri="{FF2B5EF4-FFF2-40B4-BE49-F238E27FC236}">
                <a16:creationId xmlns:a16="http://schemas.microsoft.com/office/drawing/2014/main" id="{89296B86-35C0-4A1E-85C5-2F9DDC2651D7}"/>
              </a:ext>
            </a:extLst>
          </p:cNvPr>
          <p:cNvSpPr txBox="1"/>
          <p:nvPr/>
        </p:nvSpPr>
        <p:spPr>
          <a:xfrm>
            <a:off x="1094740" y="2898576"/>
            <a:ext cx="340360" cy="382786"/>
          </a:xfrm>
          <a:prstGeom prst="rect">
            <a:avLst/>
          </a:prstGeom>
          <a:noFill/>
        </p:spPr>
        <p:txBody>
          <a:bodyPr wrap="square" rtlCol="0">
            <a:spAutoFit/>
          </a:bodyPr>
          <a:lstStyle/>
          <a:p>
            <a:r>
              <a:rPr lang="en-US"/>
              <a:t>1</a:t>
            </a:r>
          </a:p>
        </p:txBody>
      </p:sp>
      <p:sp>
        <p:nvSpPr>
          <p:cNvPr id="14" name="TextBox 13">
            <a:extLst>
              <a:ext uri="{FF2B5EF4-FFF2-40B4-BE49-F238E27FC236}">
                <a16:creationId xmlns:a16="http://schemas.microsoft.com/office/drawing/2014/main" id="{A6D38A5B-3803-4B2B-9FE9-F4CC4E193EA0}"/>
              </a:ext>
            </a:extLst>
          </p:cNvPr>
          <p:cNvSpPr txBox="1"/>
          <p:nvPr/>
        </p:nvSpPr>
        <p:spPr>
          <a:xfrm>
            <a:off x="1673860" y="2898576"/>
            <a:ext cx="340360" cy="382786"/>
          </a:xfrm>
          <a:prstGeom prst="rect">
            <a:avLst/>
          </a:prstGeom>
          <a:noFill/>
        </p:spPr>
        <p:txBody>
          <a:bodyPr wrap="square" rtlCol="0">
            <a:spAutoFit/>
          </a:bodyPr>
          <a:lstStyle/>
          <a:p>
            <a:r>
              <a:rPr lang="en-US"/>
              <a:t>2</a:t>
            </a:r>
          </a:p>
        </p:txBody>
      </p:sp>
      <p:sp>
        <p:nvSpPr>
          <p:cNvPr id="16" name="TextBox 15">
            <a:extLst>
              <a:ext uri="{FF2B5EF4-FFF2-40B4-BE49-F238E27FC236}">
                <a16:creationId xmlns:a16="http://schemas.microsoft.com/office/drawing/2014/main" id="{785018AF-4F76-4EF9-B447-D97730F2E26F}"/>
              </a:ext>
            </a:extLst>
          </p:cNvPr>
          <p:cNvSpPr txBox="1"/>
          <p:nvPr/>
        </p:nvSpPr>
        <p:spPr>
          <a:xfrm>
            <a:off x="2847340" y="2898576"/>
            <a:ext cx="340360" cy="382786"/>
          </a:xfrm>
          <a:prstGeom prst="rect">
            <a:avLst/>
          </a:prstGeom>
          <a:noFill/>
        </p:spPr>
        <p:txBody>
          <a:bodyPr wrap="square" rtlCol="0">
            <a:spAutoFit/>
          </a:bodyPr>
          <a:lstStyle/>
          <a:p>
            <a:r>
              <a:rPr lang="en-US"/>
              <a:t>n</a:t>
            </a:r>
          </a:p>
        </p:txBody>
      </p:sp>
      <p:sp>
        <p:nvSpPr>
          <p:cNvPr id="17" name="Rectangle 16">
            <a:extLst>
              <a:ext uri="{FF2B5EF4-FFF2-40B4-BE49-F238E27FC236}">
                <a16:creationId xmlns:a16="http://schemas.microsoft.com/office/drawing/2014/main" id="{E820B874-5C0E-4A61-8B33-08232D4FAD11}"/>
              </a:ext>
            </a:extLst>
          </p:cNvPr>
          <p:cNvSpPr/>
          <p:nvPr/>
        </p:nvSpPr>
        <p:spPr bwMode="auto">
          <a:xfrm>
            <a:off x="1127760" y="4800600"/>
            <a:ext cx="579120" cy="675640"/>
          </a:xfrm>
          <a:prstGeom prst="rect">
            <a:avLst/>
          </a:prstGeom>
          <a:solidFill>
            <a:schemeClr val="accent1"/>
          </a:solidFill>
          <a:ln w="1905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cs typeface="Arial" charset="0"/>
            </a:endParaRPr>
          </a:p>
        </p:txBody>
      </p:sp>
      <p:sp>
        <p:nvSpPr>
          <p:cNvPr id="18" name="Rectangle 17">
            <a:extLst>
              <a:ext uri="{FF2B5EF4-FFF2-40B4-BE49-F238E27FC236}">
                <a16:creationId xmlns:a16="http://schemas.microsoft.com/office/drawing/2014/main" id="{F0D0D358-DF46-4CBB-80F8-A0C200BD75E9}"/>
              </a:ext>
            </a:extLst>
          </p:cNvPr>
          <p:cNvSpPr/>
          <p:nvPr/>
        </p:nvSpPr>
        <p:spPr bwMode="auto">
          <a:xfrm>
            <a:off x="1711960" y="4800600"/>
            <a:ext cx="302260" cy="675640"/>
          </a:xfrm>
          <a:prstGeom prst="rect">
            <a:avLst/>
          </a:prstGeom>
          <a:solidFill>
            <a:schemeClr val="accent1"/>
          </a:solidFill>
          <a:ln w="1905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cs typeface="Arial" charset="0"/>
            </a:endParaRPr>
          </a:p>
        </p:txBody>
      </p:sp>
      <p:sp>
        <p:nvSpPr>
          <p:cNvPr id="19" name="Rectangle 18">
            <a:extLst>
              <a:ext uri="{FF2B5EF4-FFF2-40B4-BE49-F238E27FC236}">
                <a16:creationId xmlns:a16="http://schemas.microsoft.com/office/drawing/2014/main" id="{4E03638B-5A9E-4EDE-B518-E76DFC11EB10}"/>
              </a:ext>
            </a:extLst>
          </p:cNvPr>
          <p:cNvSpPr/>
          <p:nvPr/>
        </p:nvSpPr>
        <p:spPr bwMode="auto">
          <a:xfrm>
            <a:off x="2715260" y="4800600"/>
            <a:ext cx="579120" cy="675640"/>
          </a:xfrm>
          <a:prstGeom prst="rect">
            <a:avLst/>
          </a:prstGeom>
          <a:solidFill>
            <a:schemeClr val="accent1"/>
          </a:solidFill>
          <a:ln w="1905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cs typeface="Arial" charset="0"/>
            </a:endParaRPr>
          </a:p>
        </p:txBody>
      </p:sp>
      <p:sp>
        <p:nvSpPr>
          <p:cNvPr id="20" name="Rectangle 19">
            <a:extLst>
              <a:ext uri="{FF2B5EF4-FFF2-40B4-BE49-F238E27FC236}">
                <a16:creationId xmlns:a16="http://schemas.microsoft.com/office/drawing/2014/main" id="{3937259B-FFEA-42F3-A5AC-05E5C27EE888}"/>
              </a:ext>
            </a:extLst>
          </p:cNvPr>
          <p:cNvSpPr/>
          <p:nvPr/>
        </p:nvSpPr>
        <p:spPr bwMode="auto">
          <a:xfrm>
            <a:off x="3299460" y="4800600"/>
            <a:ext cx="302260" cy="675640"/>
          </a:xfrm>
          <a:prstGeom prst="rect">
            <a:avLst/>
          </a:prstGeom>
          <a:solidFill>
            <a:schemeClr val="accent1"/>
          </a:solidFill>
          <a:ln w="1905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cs typeface="Arial" charset="0"/>
            </a:endParaRPr>
          </a:p>
        </p:txBody>
      </p:sp>
      <p:sp>
        <p:nvSpPr>
          <p:cNvPr id="21" name="Rectangle 20">
            <a:extLst>
              <a:ext uri="{FF2B5EF4-FFF2-40B4-BE49-F238E27FC236}">
                <a16:creationId xmlns:a16="http://schemas.microsoft.com/office/drawing/2014/main" id="{1BD06AA8-13CF-4AE8-9A20-66C9A7E2A368}"/>
              </a:ext>
            </a:extLst>
          </p:cNvPr>
          <p:cNvSpPr/>
          <p:nvPr/>
        </p:nvSpPr>
        <p:spPr bwMode="auto">
          <a:xfrm>
            <a:off x="4300220" y="4800600"/>
            <a:ext cx="579120" cy="675640"/>
          </a:xfrm>
          <a:prstGeom prst="rect">
            <a:avLst/>
          </a:prstGeom>
          <a:solidFill>
            <a:schemeClr val="accent1"/>
          </a:solidFill>
          <a:ln w="1905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cs typeface="Arial" charset="0"/>
            </a:endParaRPr>
          </a:p>
        </p:txBody>
      </p:sp>
      <p:sp>
        <p:nvSpPr>
          <p:cNvPr id="22" name="Rectangle 21">
            <a:extLst>
              <a:ext uri="{FF2B5EF4-FFF2-40B4-BE49-F238E27FC236}">
                <a16:creationId xmlns:a16="http://schemas.microsoft.com/office/drawing/2014/main" id="{2D2DA27F-4F7D-461F-8C83-D80828E69BE4}"/>
              </a:ext>
            </a:extLst>
          </p:cNvPr>
          <p:cNvSpPr/>
          <p:nvPr/>
        </p:nvSpPr>
        <p:spPr bwMode="auto">
          <a:xfrm>
            <a:off x="4884420" y="4800600"/>
            <a:ext cx="302260" cy="675640"/>
          </a:xfrm>
          <a:prstGeom prst="rect">
            <a:avLst/>
          </a:prstGeom>
          <a:solidFill>
            <a:schemeClr val="accent1"/>
          </a:solidFill>
          <a:ln w="1905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cs typeface="Arial" charset="0"/>
            </a:endParaRPr>
          </a:p>
        </p:txBody>
      </p:sp>
      <p:cxnSp>
        <p:nvCxnSpPr>
          <p:cNvPr id="24" name="Straight Arrow Connector 23">
            <a:extLst>
              <a:ext uri="{FF2B5EF4-FFF2-40B4-BE49-F238E27FC236}">
                <a16:creationId xmlns:a16="http://schemas.microsoft.com/office/drawing/2014/main" id="{88790A05-C744-4104-BCA0-2B5AB4594C62}"/>
              </a:ext>
            </a:extLst>
          </p:cNvPr>
          <p:cNvCxnSpPr>
            <a:cxnSpLocks/>
            <a:stCxn id="18" idx="3"/>
            <a:endCxn id="19" idx="1"/>
          </p:cNvCxnSpPr>
          <p:nvPr/>
        </p:nvCxnSpPr>
        <p:spPr bwMode="auto">
          <a:xfrm>
            <a:off x="2014220" y="5138420"/>
            <a:ext cx="701040" cy="0"/>
          </a:xfrm>
          <a:prstGeom prst="straightConnector1">
            <a:avLst/>
          </a:prstGeom>
          <a:solidFill>
            <a:schemeClr val="accent1"/>
          </a:solidFill>
          <a:ln w="19050" cap="flat" cmpd="sng" algn="ctr">
            <a:solidFill>
              <a:schemeClr val="tx1"/>
            </a:solidFill>
            <a:prstDash val="solid"/>
            <a:round/>
            <a:headEnd type="none" w="med" len="med"/>
            <a:tailEnd type="triangle"/>
          </a:ln>
          <a:effectLst/>
        </p:spPr>
      </p:cxnSp>
      <p:cxnSp>
        <p:nvCxnSpPr>
          <p:cNvPr id="26" name="Straight Arrow Connector 25">
            <a:extLst>
              <a:ext uri="{FF2B5EF4-FFF2-40B4-BE49-F238E27FC236}">
                <a16:creationId xmlns:a16="http://schemas.microsoft.com/office/drawing/2014/main" id="{DDEA5886-EC94-475F-A091-F08CFB57416C}"/>
              </a:ext>
            </a:extLst>
          </p:cNvPr>
          <p:cNvCxnSpPr>
            <a:cxnSpLocks/>
          </p:cNvCxnSpPr>
          <p:nvPr/>
        </p:nvCxnSpPr>
        <p:spPr bwMode="auto">
          <a:xfrm>
            <a:off x="3599180" y="5138420"/>
            <a:ext cx="701040" cy="0"/>
          </a:xfrm>
          <a:prstGeom prst="straightConnector1">
            <a:avLst/>
          </a:prstGeom>
          <a:solidFill>
            <a:schemeClr val="accent1"/>
          </a:solidFill>
          <a:ln w="19050" cap="flat" cmpd="sng" algn="ctr">
            <a:solidFill>
              <a:schemeClr val="tx1"/>
            </a:solidFill>
            <a:prstDash val="solid"/>
            <a:round/>
            <a:headEnd type="none" w="med" len="med"/>
            <a:tailEnd type="triangle"/>
          </a:ln>
          <a:effectLst/>
        </p:spPr>
      </p:cxnSp>
      <p:cxnSp>
        <p:nvCxnSpPr>
          <p:cNvPr id="27" name="Straight Arrow Connector 26">
            <a:extLst>
              <a:ext uri="{FF2B5EF4-FFF2-40B4-BE49-F238E27FC236}">
                <a16:creationId xmlns:a16="http://schemas.microsoft.com/office/drawing/2014/main" id="{7035FB70-ECCA-4B6A-A47A-D22352331AC3}"/>
              </a:ext>
            </a:extLst>
          </p:cNvPr>
          <p:cNvCxnSpPr>
            <a:cxnSpLocks/>
          </p:cNvCxnSpPr>
          <p:nvPr/>
        </p:nvCxnSpPr>
        <p:spPr bwMode="auto">
          <a:xfrm>
            <a:off x="5186680" y="5138420"/>
            <a:ext cx="701040" cy="0"/>
          </a:xfrm>
          <a:prstGeom prst="straightConnector1">
            <a:avLst/>
          </a:prstGeom>
          <a:solidFill>
            <a:schemeClr val="accent1"/>
          </a:solidFill>
          <a:ln w="19050" cap="flat" cmpd="sng" algn="ctr">
            <a:solidFill>
              <a:schemeClr val="tx1"/>
            </a:solidFill>
            <a:prstDash val="solid"/>
            <a:round/>
            <a:headEnd type="none" w="med" len="med"/>
            <a:tailEnd type="triangle"/>
          </a:ln>
          <a:effectLst/>
        </p:spPr>
      </p:cxnSp>
      <p:sp>
        <p:nvSpPr>
          <p:cNvPr id="28" name="TextBox 27">
            <a:extLst>
              <a:ext uri="{FF2B5EF4-FFF2-40B4-BE49-F238E27FC236}">
                <a16:creationId xmlns:a16="http://schemas.microsoft.com/office/drawing/2014/main" id="{18DF5196-DEFF-4C23-B7FF-5EA546D56AE8}"/>
              </a:ext>
            </a:extLst>
          </p:cNvPr>
          <p:cNvSpPr txBox="1"/>
          <p:nvPr/>
        </p:nvSpPr>
        <p:spPr>
          <a:xfrm>
            <a:off x="5887720" y="4948734"/>
            <a:ext cx="579120" cy="369332"/>
          </a:xfrm>
          <a:prstGeom prst="rect">
            <a:avLst/>
          </a:prstGeom>
          <a:noFill/>
        </p:spPr>
        <p:txBody>
          <a:bodyPr wrap="square" rtlCol="0">
            <a:spAutoFit/>
          </a:bodyPr>
          <a:lstStyle/>
          <a:p>
            <a:r>
              <a:rPr lang="en-US"/>
              <a:t>Null</a:t>
            </a:r>
          </a:p>
        </p:txBody>
      </p:sp>
      <p:sp>
        <p:nvSpPr>
          <p:cNvPr id="30" name="TextBox 29">
            <a:extLst>
              <a:ext uri="{FF2B5EF4-FFF2-40B4-BE49-F238E27FC236}">
                <a16:creationId xmlns:a16="http://schemas.microsoft.com/office/drawing/2014/main" id="{667DBDD4-61B9-49E2-AFE0-8AA330FE2838}"/>
              </a:ext>
            </a:extLst>
          </p:cNvPr>
          <p:cNvSpPr txBox="1"/>
          <p:nvPr/>
        </p:nvSpPr>
        <p:spPr>
          <a:xfrm>
            <a:off x="2758440" y="2441694"/>
            <a:ext cx="487680" cy="369332"/>
          </a:xfrm>
          <a:prstGeom prst="rect">
            <a:avLst/>
          </a:prstGeom>
          <a:noFill/>
        </p:spPr>
        <p:txBody>
          <a:bodyPr wrap="square" rtlCol="0">
            <a:spAutoFit/>
          </a:bodyPr>
          <a:lstStyle/>
          <a:p>
            <a:r>
              <a:rPr lang="en-US"/>
              <a:t>an</a:t>
            </a:r>
          </a:p>
        </p:txBody>
      </p:sp>
      <p:sp>
        <p:nvSpPr>
          <p:cNvPr id="31" name="TextBox 30">
            <a:extLst>
              <a:ext uri="{FF2B5EF4-FFF2-40B4-BE49-F238E27FC236}">
                <a16:creationId xmlns:a16="http://schemas.microsoft.com/office/drawing/2014/main" id="{154031D5-AA29-4857-8094-62E0BBB75EDF}"/>
              </a:ext>
            </a:extLst>
          </p:cNvPr>
          <p:cNvSpPr txBox="1"/>
          <p:nvPr/>
        </p:nvSpPr>
        <p:spPr>
          <a:xfrm>
            <a:off x="1186180" y="4960420"/>
            <a:ext cx="487680" cy="369332"/>
          </a:xfrm>
          <a:prstGeom prst="rect">
            <a:avLst/>
          </a:prstGeom>
          <a:noFill/>
        </p:spPr>
        <p:txBody>
          <a:bodyPr wrap="square" rtlCol="0">
            <a:spAutoFit/>
          </a:bodyPr>
          <a:lstStyle/>
          <a:p>
            <a:r>
              <a:rPr lang="en-US"/>
              <a:t>a1</a:t>
            </a:r>
          </a:p>
        </p:txBody>
      </p:sp>
      <p:sp>
        <p:nvSpPr>
          <p:cNvPr id="32" name="TextBox 31">
            <a:extLst>
              <a:ext uri="{FF2B5EF4-FFF2-40B4-BE49-F238E27FC236}">
                <a16:creationId xmlns:a16="http://schemas.microsoft.com/office/drawing/2014/main" id="{B180440E-CBB8-4D1C-9F60-6E97256A867E}"/>
              </a:ext>
            </a:extLst>
          </p:cNvPr>
          <p:cNvSpPr txBox="1"/>
          <p:nvPr/>
        </p:nvSpPr>
        <p:spPr>
          <a:xfrm>
            <a:off x="2758440" y="4960420"/>
            <a:ext cx="487680" cy="369332"/>
          </a:xfrm>
          <a:prstGeom prst="rect">
            <a:avLst/>
          </a:prstGeom>
          <a:noFill/>
        </p:spPr>
        <p:txBody>
          <a:bodyPr wrap="square" rtlCol="0">
            <a:spAutoFit/>
          </a:bodyPr>
          <a:lstStyle/>
          <a:p>
            <a:r>
              <a:rPr lang="en-US"/>
              <a:t>a2</a:t>
            </a:r>
          </a:p>
        </p:txBody>
      </p:sp>
      <p:sp>
        <p:nvSpPr>
          <p:cNvPr id="33" name="TextBox 32">
            <a:extLst>
              <a:ext uri="{FF2B5EF4-FFF2-40B4-BE49-F238E27FC236}">
                <a16:creationId xmlns:a16="http://schemas.microsoft.com/office/drawing/2014/main" id="{0853D334-2E2D-4465-8824-7D2C6BA536A9}"/>
              </a:ext>
            </a:extLst>
          </p:cNvPr>
          <p:cNvSpPr txBox="1"/>
          <p:nvPr/>
        </p:nvSpPr>
        <p:spPr>
          <a:xfrm>
            <a:off x="4329430" y="4960420"/>
            <a:ext cx="487680" cy="369332"/>
          </a:xfrm>
          <a:prstGeom prst="rect">
            <a:avLst/>
          </a:prstGeom>
          <a:noFill/>
        </p:spPr>
        <p:txBody>
          <a:bodyPr wrap="square" rtlCol="0">
            <a:spAutoFit/>
          </a:bodyPr>
          <a:lstStyle/>
          <a:p>
            <a:r>
              <a:rPr lang="en-US"/>
              <a:t>an</a:t>
            </a:r>
          </a:p>
        </p:txBody>
      </p:sp>
      <p:sp>
        <p:nvSpPr>
          <p:cNvPr id="35" name="TextBox 34">
            <a:extLst>
              <a:ext uri="{FF2B5EF4-FFF2-40B4-BE49-F238E27FC236}">
                <a16:creationId xmlns:a16="http://schemas.microsoft.com/office/drawing/2014/main" id="{03BB4624-4FDF-4E7A-B7B4-510E4C80F037}"/>
              </a:ext>
            </a:extLst>
          </p:cNvPr>
          <p:cNvSpPr txBox="1"/>
          <p:nvPr/>
        </p:nvSpPr>
        <p:spPr>
          <a:xfrm>
            <a:off x="1049655" y="5596175"/>
            <a:ext cx="1009650" cy="369332"/>
          </a:xfrm>
          <a:prstGeom prst="rect">
            <a:avLst/>
          </a:prstGeom>
          <a:noFill/>
        </p:spPr>
        <p:txBody>
          <a:bodyPr wrap="square" rtlCol="0">
            <a:spAutoFit/>
          </a:bodyPr>
          <a:lstStyle/>
          <a:p>
            <a:r>
              <a:rPr lang="en-US"/>
              <a:t>Nút nhớ</a:t>
            </a:r>
          </a:p>
        </p:txBody>
      </p:sp>
    </p:spTree>
    <p:extLst>
      <p:ext uri="{BB962C8B-B14F-4D97-AF65-F5344CB8AC3E}">
        <p14:creationId xmlns:p14="http://schemas.microsoft.com/office/powerpoint/2010/main" val="334969667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quarter" idx="10"/>
          </p:nvPr>
        </p:nvSpPr>
        <p:spPr/>
        <p:txBody>
          <a:bodyPr/>
          <a:lstStyle/>
          <a:p>
            <a:pPr>
              <a:defRPr/>
            </a:pPr>
            <a:r>
              <a:rPr lang="en-US"/>
              <a:t>Ngô Công Thắng</a:t>
            </a:r>
          </a:p>
        </p:txBody>
      </p:sp>
      <p:sp>
        <p:nvSpPr>
          <p:cNvPr id="5" name="Footer Placeholder 4"/>
          <p:cNvSpPr>
            <a:spLocks noGrp="1"/>
          </p:cNvSpPr>
          <p:nvPr>
            <p:ph type="ftr" sz="quarter" idx="11"/>
          </p:nvPr>
        </p:nvSpPr>
        <p:spPr/>
        <p:txBody>
          <a:bodyPr/>
          <a:lstStyle/>
          <a:p>
            <a:pPr>
              <a:defRPr/>
            </a:pPr>
            <a:r>
              <a:rPr lang="en-US"/>
              <a:t>Bài giảng Cấu trúc dữ liệu và giải thuật  -  Chương 01</a:t>
            </a:r>
          </a:p>
        </p:txBody>
      </p:sp>
      <p:sp>
        <p:nvSpPr>
          <p:cNvPr id="6" name="Slide Number Placeholder 5"/>
          <p:cNvSpPr>
            <a:spLocks noGrp="1"/>
          </p:cNvSpPr>
          <p:nvPr>
            <p:ph type="sldNum" sz="quarter" idx="12"/>
          </p:nvPr>
        </p:nvSpPr>
        <p:spPr/>
        <p:txBody>
          <a:bodyPr/>
          <a:lstStyle/>
          <a:p>
            <a:pPr>
              <a:defRPr/>
            </a:pPr>
            <a:r>
              <a:rPr lang="en-US"/>
              <a:t>1.</a:t>
            </a:r>
            <a:fld id="{544378A2-5281-4295-A13B-D72078E43F69}" type="slidenum">
              <a:rPr lang="en-US"/>
              <a:pPr>
                <a:defRPr/>
              </a:pPr>
              <a:t>12</a:t>
            </a:fld>
            <a:endParaRPr lang="en-US"/>
          </a:p>
        </p:txBody>
      </p:sp>
      <p:sp>
        <p:nvSpPr>
          <p:cNvPr id="177154" name="Rectangle 2"/>
          <p:cNvSpPr>
            <a:spLocks noGrp="1" noChangeArrowheads="1"/>
          </p:cNvSpPr>
          <p:nvPr>
            <p:ph type="title"/>
          </p:nvPr>
        </p:nvSpPr>
        <p:spPr/>
        <p:txBody>
          <a:bodyPr/>
          <a:lstStyle/>
          <a:p>
            <a:pPr eaLnBrk="1" hangingPunct="1">
              <a:defRPr/>
            </a:pPr>
            <a:r>
              <a:rPr lang="fr-FR" sz="3600"/>
              <a:t>1.3. Mối quan hệ giữa cấu trúc dữ liệu</a:t>
            </a:r>
            <a:r>
              <a:rPr lang="en-US" sz="3600"/>
              <a:t> và </a:t>
            </a:r>
            <a:r>
              <a:rPr lang="fr-FR" sz="3600"/>
              <a:t>giải thuật</a:t>
            </a:r>
            <a:endParaRPr lang="en-US" sz="3600"/>
          </a:p>
        </p:txBody>
      </p:sp>
      <p:sp>
        <p:nvSpPr>
          <p:cNvPr id="177155" name="Rectangle 3"/>
          <p:cNvSpPr>
            <a:spLocks noGrp="1" noChangeArrowheads="1"/>
          </p:cNvSpPr>
          <p:nvPr>
            <p:ph type="body" idx="1"/>
          </p:nvPr>
        </p:nvSpPr>
        <p:spPr/>
        <p:txBody>
          <a:bodyPr/>
          <a:lstStyle/>
          <a:p>
            <a:pPr eaLnBrk="1" hangingPunct="1">
              <a:lnSpc>
                <a:spcPct val="90000"/>
              </a:lnSpc>
              <a:defRPr/>
            </a:pPr>
            <a:r>
              <a:rPr lang="fr-FR" sz="2800"/>
              <a:t>Xét tới giải thuật thì phải xét giải thuật đó tác động trên cấu trúc dữ liệu nào.</a:t>
            </a:r>
          </a:p>
          <a:p>
            <a:pPr eaLnBrk="1" hangingPunct="1">
              <a:lnSpc>
                <a:spcPct val="90000"/>
              </a:lnSpc>
              <a:defRPr/>
            </a:pPr>
            <a:r>
              <a:rPr lang="fr-FR" sz="2800"/>
              <a:t>Xét tới cấu trúc dữ liệu thì phải hiểu cấu trúc dữ liệu đó cần được tác động bằng giải thuật gì để được kết quả mong muốn.</a:t>
            </a:r>
          </a:p>
          <a:p>
            <a:pPr eaLnBrk="1" hangingPunct="1">
              <a:lnSpc>
                <a:spcPct val="90000"/>
              </a:lnSpc>
              <a:defRPr/>
            </a:pPr>
            <a:r>
              <a:rPr lang="fr-FR" sz="2800" b="1">
                <a:solidFill>
                  <a:srgbClr val="FFFF00"/>
                </a:solidFill>
              </a:rPr>
              <a:t>Cấu trúc dữ liệu nào thì giải thuật đó. Khi cấu trúc dữ liệu thay đổi giải thuật cũng thay đổi theo.</a:t>
            </a:r>
          </a:p>
          <a:p>
            <a:pPr eaLnBrk="1" hangingPunct="1">
              <a:lnSpc>
                <a:spcPct val="90000"/>
              </a:lnSpc>
              <a:defRPr/>
            </a:pPr>
            <a:r>
              <a:rPr lang="fr-FR" sz="2800"/>
              <a:t>Mối quan hệ giữa cấu trúc dữ liệu và giải thuật được Niklaus Wirth tổng kết như sau:</a:t>
            </a:r>
          </a:p>
          <a:p>
            <a:pPr algn="ctr" eaLnBrk="1" hangingPunct="1">
              <a:lnSpc>
                <a:spcPct val="90000"/>
              </a:lnSpc>
              <a:buFont typeface="Wingdings" pitchFamily="2" charset="2"/>
              <a:buNone/>
              <a:defRPr/>
            </a:pPr>
            <a:r>
              <a:rPr lang="fr-FR" sz="2800" b="1">
                <a:solidFill>
                  <a:srgbClr val="FFFF00"/>
                </a:solidFill>
              </a:rPr>
              <a:t>Cấu trúc dữ liệu + Giải thuật = Chương trình</a:t>
            </a:r>
            <a:r>
              <a:rPr lang="en-US" sz="2800">
                <a:solidFill>
                  <a:srgbClr val="FFFF00"/>
                </a:solidFill>
              </a:rPr>
              <a:t> </a:t>
            </a:r>
          </a:p>
          <a:p>
            <a:pPr eaLnBrk="1" hangingPunct="1">
              <a:lnSpc>
                <a:spcPct val="90000"/>
              </a:lnSpc>
              <a:defRPr/>
            </a:pPr>
            <a:endParaRPr lang="fr-FR" sz="2800"/>
          </a:p>
          <a:p>
            <a:pPr eaLnBrk="1" hangingPunct="1">
              <a:lnSpc>
                <a:spcPct val="90000"/>
              </a:lnSpc>
              <a:defRPr/>
            </a:pPr>
            <a:endParaRPr lang="fr-FR" sz="280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quarter" idx="10"/>
          </p:nvPr>
        </p:nvSpPr>
        <p:spPr/>
        <p:txBody>
          <a:bodyPr/>
          <a:lstStyle/>
          <a:p>
            <a:pPr>
              <a:defRPr/>
            </a:pPr>
            <a:r>
              <a:rPr lang="en-US"/>
              <a:t>Ngô Công Thắng</a:t>
            </a:r>
          </a:p>
        </p:txBody>
      </p:sp>
      <p:sp>
        <p:nvSpPr>
          <p:cNvPr id="5" name="Footer Placeholder 4"/>
          <p:cNvSpPr>
            <a:spLocks noGrp="1"/>
          </p:cNvSpPr>
          <p:nvPr>
            <p:ph type="ftr" sz="quarter" idx="11"/>
          </p:nvPr>
        </p:nvSpPr>
        <p:spPr/>
        <p:txBody>
          <a:bodyPr/>
          <a:lstStyle/>
          <a:p>
            <a:pPr>
              <a:defRPr/>
            </a:pPr>
            <a:r>
              <a:rPr lang="en-US"/>
              <a:t>Bài giảng Cấu trúc dữ liệu và giải thuật  -  Chương 01</a:t>
            </a:r>
          </a:p>
        </p:txBody>
      </p:sp>
      <p:sp>
        <p:nvSpPr>
          <p:cNvPr id="6" name="Slide Number Placeholder 5"/>
          <p:cNvSpPr>
            <a:spLocks noGrp="1"/>
          </p:cNvSpPr>
          <p:nvPr>
            <p:ph type="sldNum" sz="quarter" idx="12"/>
          </p:nvPr>
        </p:nvSpPr>
        <p:spPr/>
        <p:txBody>
          <a:bodyPr/>
          <a:lstStyle/>
          <a:p>
            <a:pPr>
              <a:defRPr/>
            </a:pPr>
            <a:r>
              <a:rPr lang="en-US"/>
              <a:t>1.</a:t>
            </a:r>
            <a:fld id="{C6F31583-5AD5-42F0-A0BE-00E56A1F13C4}" type="slidenum">
              <a:rPr lang="en-US"/>
              <a:pPr>
                <a:defRPr/>
              </a:pPr>
              <a:t>13</a:t>
            </a:fld>
            <a:endParaRPr lang="en-US"/>
          </a:p>
        </p:txBody>
      </p:sp>
      <p:sp>
        <p:nvSpPr>
          <p:cNvPr id="181250" name="Rectangle 2"/>
          <p:cNvSpPr>
            <a:spLocks noGrp="1" noChangeArrowheads="1"/>
          </p:cNvSpPr>
          <p:nvPr>
            <p:ph type="title"/>
          </p:nvPr>
        </p:nvSpPr>
        <p:spPr/>
        <p:txBody>
          <a:bodyPr/>
          <a:lstStyle/>
          <a:p>
            <a:pPr eaLnBrk="1" hangingPunct="1">
              <a:defRPr/>
            </a:pPr>
            <a:r>
              <a:rPr lang="en-US"/>
              <a:t>2. Các cách diễn đạt giải thuật</a:t>
            </a:r>
          </a:p>
        </p:txBody>
      </p:sp>
      <p:sp>
        <p:nvSpPr>
          <p:cNvPr id="181251" name="Rectangle 3"/>
          <p:cNvSpPr>
            <a:spLocks noGrp="1" noChangeArrowheads="1"/>
          </p:cNvSpPr>
          <p:nvPr>
            <p:ph type="body" idx="1"/>
          </p:nvPr>
        </p:nvSpPr>
        <p:spPr/>
        <p:txBody>
          <a:bodyPr/>
          <a:lstStyle/>
          <a:p>
            <a:pPr eaLnBrk="1" hangingPunct="1">
              <a:buFont typeface="Wingdings" pitchFamily="2" charset="2"/>
              <a:buNone/>
              <a:defRPr/>
            </a:pPr>
            <a:r>
              <a:rPr lang="en-US" sz="2800"/>
              <a:t>2.1. </a:t>
            </a:r>
            <a:r>
              <a:rPr lang="en-US" sz="2800" err="1"/>
              <a:t>Liệt</a:t>
            </a:r>
            <a:r>
              <a:rPr lang="en-US" sz="2800"/>
              <a:t> </a:t>
            </a:r>
            <a:r>
              <a:rPr lang="en-US" sz="2800" err="1"/>
              <a:t>kê</a:t>
            </a:r>
            <a:r>
              <a:rPr lang="en-US" sz="2800"/>
              <a:t> </a:t>
            </a:r>
            <a:r>
              <a:rPr lang="en-US" sz="2800" err="1"/>
              <a:t>các</a:t>
            </a:r>
            <a:r>
              <a:rPr lang="en-US" sz="2800"/>
              <a:t> </a:t>
            </a:r>
            <a:r>
              <a:rPr lang="en-US" sz="2800" err="1"/>
              <a:t>bước</a:t>
            </a:r>
            <a:r>
              <a:rPr lang="en-US" sz="2800"/>
              <a:t> </a:t>
            </a:r>
            <a:r>
              <a:rPr lang="en-US" sz="2800" err="1"/>
              <a:t>bằng</a:t>
            </a:r>
            <a:r>
              <a:rPr lang="en-US" sz="2800"/>
              <a:t> </a:t>
            </a:r>
            <a:r>
              <a:rPr lang="en-US" sz="2800" err="1"/>
              <a:t>lời</a:t>
            </a:r>
            <a:endParaRPr lang="en-US" sz="2800"/>
          </a:p>
          <a:p>
            <a:pPr eaLnBrk="1" hangingPunct="1">
              <a:defRPr/>
            </a:pPr>
            <a:r>
              <a:rPr lang="en-US" sz="2800" err="1"/>
              <a:t>Trong</a:t>
            </a:r>
            <a:r>
              <a:rPr lang="en-US" sz="2800"/>
              <a:t> </a:t>
            </a:r>
            <a:r>
              <a:rPr lang="en-US" sz="2800" err="1"/>
              <a:t>cách</a:t>
            </a:r>
            <a:r>
              <a:rPr lang="en-US" sz="2800"/>
              <a:t> </a:t>
            </a:r>
            <a:r>
              <a:rPr lang="en-US" sz="2800" err="1"/>
              <a:t>diễn</a:t>
            </a:r>
            <a:r>
              <a:rPr lang="en-US" sz="2800"/>
              <a:t> </a:t>
            </a:r>
            <a:r>
              <a:rPr lang="en-US" sz="2800" err="1"/>
              <a:t>đạt</a:t>
            </a:r>
            <a:r>
              <a:rPr lang="en-US" sz="2800"/>
              <a:t> </a:t>
            </a:r>
            <a:r>
              <a:rPr lang="en-US" sz="2800" err="1"/>
              <a:t>này</a:t>
            </a:r>
            <a:r>
              <a:rPr lang="en-US" sz="2800"/>
              <a:t> ta </a:t>
            </a:r>
            <a:r>
              <a:rPr lang="en-US" sz="2800" err="1"/>
              <a:t>sử</a:t>
            </a:r>
            <a:r>
              <a:rPr lang="en-US" sz="2800"/>
              <a:t> </a:t>
            </a:r>
            <a:r>
              <a:rPr lang="en-US" sz="2800" err="1"/>
              <a:t>dụng</a:t>
            </a:r>
            <a:r>
              <a:rPr lang="en-US" sz="2800"/>
              <a:t> </a:t>
            </a:r>
            <a:r>
              <a:rPr lang="en-US" sz="2800" err="1"/>
              <a:t>hoàn</a:t>
            </a:r>
            <a:r>
              <a:rPr lang="en-US" sz="2800"/>
              <a:t> </a:t>
            </a:r>
            <a:r>
              <a:rPr lang="en-US" sz="2800" err="1"/>
              <a:t>toàn</a:t>
            </a:r>
            <a:r>
              <a:rPr lang="en-US" sz="2800"/>
              <a:t> </a:t>
            </a:r>
            <a:r>
              <a:rPr lang="en-US" sz="2800" err="1"/>
              <a:t>ngôn</a:t>
            </a:r>
            <a:r>
              <a:rPr lang="en-US" sz="2800"/>
              <a:t> </a:t>
            </a:r>
            <a:r>
              <a:rPr lang="en-US" sz="2800" err="1"/>
              <a:t>ngữ</a:t>
            </a:r>
            <a:r>
              <a:rPr lang="en-US" sz="2800"/>
              <a:t> </a:t>
            </a:r>
            <a:r>
              <a:rPr lang="en-US" sz="2800" err="1"/>
              <a:t>tự</a:t>
            </a:r>
            <a:r>
              <a:rPr lang="en-US" sz="2800"/>
              <a:t> </a:t>
            </a:r>
            <a:r>
              <a:rPr lang="en-US" sz="2800" err="1"/>
              <a:t>nhiên</a:t>
            </a:r>
            <a:r>
              <a:rPr lang="en-US" sz="2800"/>
              <a:t> của con người để </a:t>
            </a:r>
            <a:r>
              <a:rPr lang="en-US" sz="2800" err="1"/>
              <a:t>liệt</a:t>
            </a:r>
            <a:r>
              <a:rPr lang="en-US" sz="2800"/>
              <a:t> </a:t>
            </a:r>
            <a:r>
              <a:rPr lang="en-US" sz="2800" err="1"/>
              <a:t>kê</a:t>
            </a:r>
            <a:r>
              <a:rPr lang="en-US" sz="2800"/>
              <a:t> </a:t>
            </a:r>
            <a:r>
              <a:rPr lang="en-US" sz="2800" err="1"/>
              <a:t>từng</a:t>
            </a:r>
            <a:r>
              <a:rPr lang="en-US" sz="2800"/>
              <a:t> </a:t>
            </a:r>
            <a:r>
              <a:rPr lang="en-US" sz="2800" err="1"/>
              <a:t>bước</a:t>
            </a:r>
            <a:r>
              <a:rPr lang="en-US" sz="2800"/>
              <a:t> </a:t>
            </a:r>
            <a:r>
              <a:rPr lang="en-US" sz="2800" err="1"/>
              <a:t>làm</a:t>
            </a:r>
            <a:r>
              <a:rPr lang="en-US" sz="2800"/>
              <a:t> </a:t>
            </a:r>
            <a:r>
              <a:rPr lang="en-US" sz="2800" err="1"/>
              <a:t>công</a:t>
            </a:r>
            <a:r>
              <a:rPr lang="en-US" sz="2800"/>
              <a:t> </a:t>
            </a:r>
            <a:r>
              <a:rPr lang="en-US" sz="2800" err="1"/>
              <a:t>việc</a:t>
            </a:r>
            <a:r>
              <a:rPr lang="en-US" sz="2800"/>
              <a:t> </a:t>
            </a:r>
            <a:r>
              <a:rPr lang="en-US" sz="2800" err="1"/>
              <a:t>gì</a:t>
            </a:r>
            <a:r>
              <a:rPr lang="en-US" sz="2800"/>
              <a:t>, </a:t>
            </a:r>
            <a:r>
              <a:rPr lang="en-US" sz="2800" err="1"/>
              <a:t>theo</a:t>
            </a:r>
            <a:r>
              <a:rPr lang="en-US" sz="2800"/>
              <a:t> </a:t>
            </a:r>
            <a:r>
              <a:rPr lang="en-US" sz="2800" err="1"/>
              <a:t>trình</a:t>
            </a:r>
            <a:r>
              <a:rPr lang="en-US" sz="2800"/>
              <a:t> </a:t>
            </a:r>
            <a:r>
              <a:rPr lang="en-US" sz="2800" err="1"/>
              <a:t>tự</a:t>
            </a:r>
            <a:r>
              <a:rPr lang="en-US" sz="2800"/>
              <a:t> </a:t>
            </a:r>
            <a:r>
              <a:rPr lang="en-US" sz="2800" err="1"/>
              <a:t>Bước</a:t>
            </a:r>
            <a:r>
              <a:rPr lang="en-US" sz="2800"/>
              <a:t> 1, </a:t>
            </a:r>
            <a:r>
              <a:rPr lang="en-US" sz="2800" err="1"/>
              <a:t>Bước</a:t>
            </a:r>
            <a:r>
              <a:rPr lang="en-US" sz="2800"/>
              <a:t> 2….</a:t>
            </a:r>
          </a:p>
          <a:p>
            <a:pPr marL="0" indent="0" eaLnBrk="1" hangingPunct="1">
              <a:buFont typeface="Wingdings" pitchFamily="2" charset="2"/>
              <a:buNone/>
              <a:defRPr/>
            </a:pPr>
            <a:endParaRPr lang="en-US" sz="280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quarter" idx="10"/>
          </p:nvPr>
        </p:nvSpPr>
        <p:spPr/>
        <p:txBody>
          <a:bodyPr/>
          <a:lstStyle/>
          <a:p>
            <a:pPr>
              <a:defRPr/>
            </a:pPr>
            <a:r>
              <a:rPr lang="en-US"/>
              <a:t>Ngô Công Thắng</a:t>
            </a:r>
          </a:p>
        </p:txBody>
      </p:sp>
      <p:sp>
        <p:nvSpPr>
          <p:cNvPr id="5" name="Footer Placeholder 4"/>
          <p:cNvSpPr>
            <a:spLocks noGrp="1"/>
          </p:cNvSpPr>
          <p:nvPr>
            <p:ph type="ftr" sz="quarter" idx="11"/>
          </p:nvPr>
        </p:nvSpPr>
        <p:spPr/>
        <p:txBody>
          <a:bodyPr/>
          <a:lstStyle/>
          <a:p>
            <a:pPr>
              <a:defRPr/>
            </a:pPr>
            <a:r>
              <a:rPr lang="en-US"/>
              <a:t>Bài giảng Cấu trúc dữ liệu và giải thuật  -  Chương 01</a:t>
            </a:r>
          </a:p>
        </p:txBody>
      </p:sp>
      <p:sp>
        <p:nvSpPr>
          <p:cNvPr id="6" name="Slide Number Placeholder 5"/>
          <p:cNvSpPr>
            <a:spLocks noGrp="1"/>
          </p:cNvSpPr>
          <p:nvPr>
            <p:ph type="sldNum" sz="quarter" idx="12"/>
          </p:nvPr>
        </p:nvSpPr>
        <p:spPr/>
        <p:txBody>
          <a:bodyPr/>
          <a:lstStyle/>
          <a:p>
            <a:pPr>
              <a:defRPr/>
            </a:pPr>
            <a:r>
              <a:rPr lang="en-US"/>
              <a:t>1.</a:t>
            </a:r>
            <a:fld id="{304C027F-FEF6-4DDE-A799-247500C3A257}" type="slidenum">
              <a:rPr lang="en-US"/>
              <a:pPr>
                <a:defRPr/>
              </a:pPr>
              <a:t>14</a:t>
            </a:fld>
            <a:endParaRPr lang="en-US"/>
          </a:p>
        </p:txBody>
      </p:sp>
      <p:sp>
        <p:nvSpPr>
          <p:cNvPr id="181250" name="Rectangle 2"/>
          <p:cNvSpPr>
            <a:spLocks noGrp="1" noChangeArrowheads="1"/>
          </p:cNvSpPr>
          <p:nvPr>
            <p:ph type="title"/>
          </p:nvPr>
        </p:nvSpPr>
        <p:spPr/>
        <p:txBody>
          <a:bodyPr/>
          <a:lstStyle/>
          <a:p>
            <a:pPr eaLnBrk="1" hangingPunct="1">
              <a:defRPr/>
            </a:pPr>
            <a:r>
              <a:rPr lang="en-US"/>
              <a:t>2. Các cách diễn đạt giải thuật</a:t>
            </a:r>
          </a:p>
        </p:txBody>
      </p:sp>
      <p:sp>
        <p:nvSpPr>
          <p:cNvPr id="181251" name="Rectangle 3"/>
          <p:cNvSpPr>
            <a:spLocks noGrp="1" noChangeArrowheads="1"/>
          </p:cNvSpPr>
          <p:nvPr>
            <p:ph type="body" idx="1"/>
          </p:nvPr>
        </p:nvSpPr>
        <p:spPr/>
        <p:txBody>
          <a:bodyPr/>
          <a:lstStyle/>
          <a:p>
            <a:pPr eaLnBrk="1" hangingPunct="1">
              <a:buFont typeface="Wingdings" pitchFamily="2" charset="2"/>
              <a:buNone/>
              <a:defRPr/>
            </a:pPr>
            <a:r>
              <a:rPr lang="en-US" sz="2800"/>
              <a:t>2.2. Lưu đồ giải thuật</a:t>
            </a:r>
          </a:p>
          <a:p>
            <a:pPr eaLnBrk="1" hangingPunct="1">
              <a:defRPr/>
            </a:pPr>
            <a:r>
              <a:rPr lang="en-US" sz="2800"/>
              <a:t>Trong cách diễn đạt này, ta sử dụng một số hình vẽ cơ bản để diễn tả các thao tác, phép toán của giải thuật. Nối các hình này bằng các đường mũi tên để diễn tả trình tự thực hiện giải thuật.</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Date Placeholder 3"/>
          <p:cNvSpPr>
            <a:spLocks noGrp="1"/>
          </p:cNvSpPr>
          <p:nvPr>
            <p:ph type="dt" sz="quarter" idx="10"/>
          </p:nvPr>
        </p:nvSpPr>
        <p:spPr/>
        <p:txBody>
          <a:bodyPr/>
          <a:lstStyle/>
          <a:p>
            <a:pPr>
              <a:defRPr/>
            </a:pPr>
            <a:r>
              <a:rPr lang="en-US"/>
              <a:t>Ngô Công Thắng</a:t>
            </a:r>
          </a:p>
        </p:txBody>
      </p:sp>
      <p:sp>
        <p:nvSpPr>
          <p:cNvPr id="17" name="Footer Placeholder 4"/>
          <p:cNvSpPr>
            <a:spLocks noGrp="1"/>
          </p:cNvSpPr>
          <p:nvPr>
            <p:ph type="ftr" sz="quarter" idx="11"/>
          </p:nvPr>
        </p:nvSpPr>
        <p:spPr/>
        <p:txBody>
          <a:bodyPr/>
          <a:lstStyle/>
          <a:p>
            <a:pPr>
              <a:defRPr/>
            </a:pPr>
            <a:r>
              <a:rPr lang="en-US"/>
              <a:t>Bài giảng Cấu trúc dữ liệu và giải thuật  -  Chương 01</a:t>
            </a:r>
          </a:p>
        </p:txBody>
      </p:sp>
      <p:sp>
        <p:nvSpPr>
          <p:cNvPr id="18" name="Slide Number Placeholder 5"/>
          <p:cNvSpPr>
            <a:spLocks noGrp="1"/>
          </p:cNvSpPr>
          <p:nvPr>
            <p:ph type="sldNum" sz="quarter" idx="12"/>
          </p:nvPr>
        </p:nvSpPr>
        <p:spPr/>
        <p:txBody>
          <a:bodyPr/>
          <a:lstStyle/>
          <a:p>
            <a:pPr>
              <a:defRPr/>
            </a:pPr>
            <a:r>
              <a:rPr lang="en-US"/>
              <a:t>1.</a:t>
            </a:r>
            <a:fld id="{2C5BCE6A-FD06-4B96-8052-695E3D98C4B8}" type="slidenum">
              <a:rPr lang="en-US"/>
              <a:pPr>
                <a:defRPr/>
              </a:pPr>
              <a:t>15</a:t>
            </a:fld>
            <a:endParaRPr lang="en-US"/>
          </a:p>
        </p:txBody>
      </p:sp>
      <p:sp>
        <p:nvSpPr>
          <p:cNvPr id="182274" name="Rectangle 2"/>
          <p:cNvSpPr>
            <a:spLocks noGrp="1" noChangeArrowheads="1"/>
          </p:cNvSpPr>
          <p:nvPr>
            <p:ph type="title"/>
          </p:nvPr>
        </p:nvSpPr>
        <p:spPr/>
        <p:txBody>
          <a:bodyPr/>
          <a:lstStyle/>
          <a:p>
            <a:pPr eaLnBrk="1" hangingPunct="1">
              <a:defRPr/>
            </a:pPr>
            <a:r>
              <a:rPr lang="en-US"/>
              <a:t>2.1. Lưu đồ giải thuật (</a:t>
            </a:r>
            <a:r>
              <a:rPr lang="en-US" i="1"/>
              <a:t>tiếp</a:t>
            </a:r>
            <a:r>
              <a:rPr lang="en-US"/>
              <a:t>)</a:t>
            </a:r>
          </a:p>
        </p:txBody>
      </p:sp>
      <p:sp>
        <p:nvSpPr>
          <p:cNvPr id="182275" name="Rectangle 3"/>
          <p:cNvSpPr>
            <a:spLocks noGrp="1" noChangeArrowheads="1"/>
          </p:cNvSpPr>
          <p:nvPr>
            <p:ph type="body" idx="1"/>
          </p:nvPr>
        </p:nvSpPr>
        <p:spPr/>
        <p:txBody>
          <a:bodyPr/>
          <a:lstStyle/>
          <a:p>
            <a:pPr eaLnBrk="1" hangingPunct="1">
              <a:defRPr/>
            </a:pPr>
            <a:r>
              <a:rPr lang="en-US"/>
              <a:t>Các hình cơ bản trong lưu đồ giải thuật gồm có:</a:t>
            </a:r>
          </a:p>
          <a:p>
            <a:pPr lvl="1" eaLnBrk="1" hangingPunct="1">
              <a:defRPr/>
            </a:pPr>
            <a:r>
              <a:rPr lang="en-US"/>
              <a:t>Hình elíp thể hiện sự bắt đầu và kết thúc của giải thuật.</a:t>
            </a:r>
          </a:p>
          <a:p>
            <a:pPr lvl="1" eaLnBrk="1" hangingPunct="1">
              <a:defRPr/>
            </a:pPr>
            <a:endParaRPr lang="en-US"/>
          </a:p>
          <a:p>
            <a:pPr lvl="1" eaLnBrk="1" hangingPunct="1">
              <a:defRPr/>
            </a:pPr>
            <a:endParaRPr lang="en-US"/>
          </a:p>
          <a:p>
            <a:pPr lvl="1" eaLnBrk="1" hangingPunct="1">
              <a:defRPr/>
            </a:pPr>
            <a:r>
              <a:rPr lang="en-US"/>
              <a:t>Hình chữ nhật chỉ các thao tác, công việc cần thực hiện.</a:t>
            </a:r>
          </a:p>
        </p:txBody>
      </p:sp>
      <p:grpSp>
        <p:nvGrpSpPr>
          <p:cNvPr id="16391" name="Group 16"/>
          <p:cNvGrpSpPr>
            <a:grpSpLocks/>
          </p:cNvGrpSpPr>
          <p:nvPr/>
        </p:nvGrpSpPr>
        <p:grpSpPr bwMode="auto">
          <a:xfrm>
            <a:off x="6061075" y="5192713"/>
            <a:ext cx="2166938" cy="1384300"/>
            <a:chOff x="3818" y="3271"/>
            <a:chExt cx="1365" cy="872"/>
          </a:xfrm>
        </p:grpSpPr>
        <p:sp>
          <p:nvSpPr>
            <p:cNvPr id="16399" name="Line 6"/>
            <p:cNvSpPr>
              <a:spLocks noChangeShapeType="1"/>
            </p:cNvSpPr>
            <p:nvPr/>
          </p:nvSpPr>
          <p:spPr bwMode="auto">
            <a:xfrm>
              <a:off x="4488" y="3271"/>
              <a:ext cx="0" cy="24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spAutoFit/>
            </a:bodyPr>
            <a:lstStyle/>
            <a:p>
              <a:endParaRPr lang="en-US"/>
            </a:p>
          </p:txBody>
        </p:sp>
        <p:sp>
          <p:nvSpPr>
            <p:cNvPr id="16400" name="Rectangle 11"/>
            <p:cNvSpPr>
              <a:spLocks noChangeArrowheads="1"/>
            </p:cNvSpPr>
            <p:nvPr/>
          </p:nvSpPr>
          <p:spPr bwMode="auto">
            <a:xfrm>
              <a:off x="3818" y="3511"/>
              <a:ext cx="1365" cy="394"/>
            </a:xfrm>
            <a:prstGeom prst="rect">
              <a:avLst/>
            </a:prstGeom>
            <a:solidFill>
              <a:schemeClr val="accent1"/>
            </a:solidFill>
            <a:ln w="19050" algn="ctr">
              <a:solidFill>
                <a:schemeClr val="tx1"/>
              </a:solidFill>
              <a:miter lim="800000"/>
              <a:headEnd/>
              <a:tailEnd/>
            </a:ln>
          </p:spPr>
          <p:txBody>
            <a:bodyPr wrap="none" anchor="ctr">
              <a:spAutoFit/>
            </a:bodyPr>
            <a:lstStyle>
              <a:lvl1pPr eaLnBrk="0" hangingPunct="0">
                <a:spcBef>
                  <a:spcPct val="20000"/>
                </a:spcBef>
                <a:buClr>
                  <a:schemeClr val="hlink"/>
                </a:buClr>
                <a:buSzPct val="75000"/>
                <a:buFont typeface="Wingdings" pitchFamily="2" charset="2"/>
                <a:buChar char="l"/>
                <a:defRPr sz="3200">
                  <a:solidFill>
                    <a:schemeClr val="tx1"/>
                  </a:solidFill>
                  <a:latin typeface="Arial" charset="0"/>
                  <a:cs typeface="Arial" charset="0"/>
                </a:defRPr>
              </a:lvl1pPr>
              <a:lvl2pPr marL="742950" indent="-285750" eaLnBrk="0" hangingPunct="0">
                <a:spcBef>
                  <a:spcPct val="20000"/>
                </a:spcBef>
                <a:buClr>
                  <a:schemeClr val="tx2"/>
                </a:buClr>
                <a:buSzPct val="75000"/>
                <a:buFont typeface="Wingdings" pitchFamily="2" charset="2"/>
                <a:buChar char="l"/>
                <a:defRPr sz="2800">
                  <a:solidFill>
                    <a:schemeClr val="tx1"/>
                  </a:solidFill>
                  <a:latin typeface="Arial" charset="0"/>
                  <a:cs typeface="Arial" charset="0"/>
                </a:defRPr>
              </a:lvl2pPr>
              <a:lvl3pPr marL="1143000" indent="-228600" eaLnBrk="0" hangingPunct="0">
                <a:spcBef>
                  <a:spcPct val="20000"/>
                </a:spcBef>
                <a:buClr>
                  <a:schemeClr val="accent2"/>
                </a:buClr>
                <a:buSzPct val="75000"/>
                <a:buFont typeface="Wingdings" pitchFamily="2" charset="2"/>
                <a:buChar char="l"/>
                <a:defRPr sz="2400">
                  <a:solidFill>
                    <a:schemeClr val="tx1"/>
                  </a:solidFill>
                  <a:latin typeface="Arial" charset="0"/>
                  <a:cs typeface="Arial" charset="0"/>
                </a:defRPr>
              </a:lvl3pPr>
              <a:lvl4pPr marL="1600200" indent="-228600" eaLnBrk="0" hangingPunct="0">
                <a:spcBef>
                  <a:spcPct val="20000"/>
                </a:spcBef>
                <a:buClr>
                  <a:schemeClr val="folHlink"/>
                </a:buClr>
                <a:buSzPct val="75000"/>
                <a:buFont typeface="Wingdings" pitchFamily="2" charset="2"/>
                <a:buChar char="l"/>
                <a:defRPr sz="2000">
                  <a:solidFill>
                    <a:schemeClr val="tx1"/>
                  </a:solidFill>
                  <a:latin typeface="Arial" charset="0"/>
                  <a:cs typeface="Arial" charset="0"/>
                </a:defRPr>
              </a:lvl4pPr>
              <a:lvl5pPr marL="2057400" indent="-228600" eaLnBrk="0" hangingPunct="0">
                <a:spcBef>
                  <a:spcPct val="20000"/>
                </a:spcBef>
                <a:buClr>
                  <a:schemeClr val="tx1"/>
                </a:buClr>
                <a:buSzPct val="75000"/>
                <a:buFont typeface="Wingdings" pitchFamily="2" charset="2"/>
                <a:buChar char="l"/>
                <a:defRPr sz="2000">
                  <a:solidFill>
                    <a:schemeClr val="tx1"/>
                  </a:solidFill>
                  <a:latin typeface="Arial" charset="0"/>
                  <a:cs typeface="Arial" charset="0"/>
                </a:defRPr>
              </a:lvl5pPr>
              <a:lvl6pPr marL="2514600" indent="-228600" eaLnBrk="0" fontAlgn="base" hangingPunct="0">
                <a:spcBef>
                  <a:spcPct val="20000"/>
                </a:spcBef>
                <a:spcAft>
                  <a:spcPct val="0"/>
                </a:spcAft>
                <a:buClr>
                  <a:schemeClr val="tx1"/>
                </a:buClr>
                <a:buSzPct val="75000"/>
                <a:buFont typeface="Wingdings" pitchFamily="2" charset="2"/>
                <a:buChar char="l"/>
                <a:defRPr sz="2000">
                  <a:solidFill>
                    <a:schemeClr val="tx1"/>
                  </a:solidFill>
                  <a:latin typeface="Arial" charset="0"/>
                  <a:cs typeface="Arial" charset="0"/>
                </a:defRPr>
              </a:lvl6pPr>
              <a:lvl7pPr marL="2971800" indent="-228600" eaLnBrk="0" fontAlgn="base" hangingPunct="0">
                <a:spcBef>
                  <a:spcPct val="20000"/>
                </a:spcBef>
                <a:spcAft>
                  <a:spcPct val="0"/>
                </a:spcAft>
                <a:buClr>
                  <a:schemeClr val="tx1"/>
                </a:buClr>
                <a:buSzPct val="75000"/>
                <a:buFont typeface="Wingdings" pitchFamily="2" charset="2"/>
                <a:buChar char="l"/>
                <a:defRPr sz="2000">
                  <a:solidFill>
                    <a:schemeClr val="tx1"/>
                  </a:solidFill>
                  <a:latin typeface="Arial" charset="0"/>
                  <a:cs typeface="Arial" charset="0"/>
                </a:defRPr>
              </a:lvl7pPr>
              <a:lvl8pPr marL="3429000" indent="-228600" eaLnBrk="0" fontAlgn="base" hangingPunct="0">
                <a:spcBef>
                  <a:spcPct val="20000"/>
                </a:spcBef>
                <a:spcAft>
                  <a:spcPct val="0"/>
                </a:spcAft>
                <a:buClr>
                  <a:schemeClr val="tx1"/>
                </a:buClr>
                <a:buSzPct val="75000"/>
                <a:buFont typeface="Wingdings" pitchFamily="2" charset="2"/>
                <a:buChar char="l"/>
                <a:defRPr sz="2000">
                  <a:solidFill>
                    <a:schemeClr val="tx1"/>
                  </a:solidFill>
                  <a:latin typeface="Arial" charset="0"/>
                  <a:cs typeface="Arial" charset="0"/>
                </a:defRPr>
              </a:lvl8pPr>
              <a:lvl9pPr marL="3886200" indent="-228600" eaLnBrk="0" fontAlgn="base" hangingPunct="0">
                <a:spcBef>
                  <a:spcPct val="20000"/>
                </a:spcBef>
                <a:spcAft>
                  <a:spcPct val="0"/>
                </a:spcAft>
                <a:buClr>
                  <a:schemeClr val="tx1"/>
                </a:buClr>
                <a:buSzPct val="75000"/>
                <a:buFont typeface="Wingdings" pitchFamily="2" charset="2"/>
                <a:buChar char="l"/>
                <a:defRPr sz="2000">
                  <a:solidFill>
                    <a:schemeClr val="tx1"/>
                  </a:solidFill>
                  <a:latin typeface="Arial" charset="0"/>
                  <a:cs typeface="Arial" charset="0"/>
                </a:defRPr>
              </a:lvl9pPr>
            </a:lstStyle>
            <a:p>
              <a:pPr eaLnBrk="1" hangingPunct="1">
                <a:spcBef>
                  <a:spcPct val="0"/>
                </a:spcBef>
                <a:buClrTx/>
                <a:buSzTx/>
                <a:buFontTx/>
                <a:buNone/>
              </a:pPr>
              <a:endParaRPr lang="en-US" altLang="en-US" sz="1800"/>
            </a:p>
          </p:txBody>
        </p:sp>
        <p:sp>
          <p:nvSpPr>
            <p:cNvPr id="16401" name="Line 12"/>
            <p:cNvSpPr>
              <a:spLocks noChangeShapeType="1"/>
            </p:cNvSpPr>
            <p:nvPr/>
          </p:nvSpPr>
          <p:spPr bwMode="auto">
            <a:xfrm>
              <a:off x="4488" y="3903"/>
              <a:ext cx="0" cy="24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spAutoFit/>
            </a:bodyPr>
            <a:lstStyle/>
            <a:p>
              <a:endParaRPr lang="en-US"/>
            </a:p>
          </p:txBody>
        </p:sp>
        <p:sp>
          <p:nvSpPr>
            <p:cNvPr id="16402" name="Text Box 13"/>
            <p:cNvSpPr txBox="1">
              <a:spLocks noChangeArrowheads="1"/>
            </p:cNvSpPr>
            <p:nvPr/>
          </p:nvSpPr>
          <p:spPr bwMode="auto">
            <a:xfrm>
              <a:off x="4064" y="3559"/>
              <a:ext cx="98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a:spAutoFit/>
            </a:bodyPr>
            <a:lstStyle>
              <a:lvl1pPr eaLnBrk="0" hangingPunct="0">
                <a:spcBef>
                  <a:spcPct val="20000"/>
                </a:spcBef>
                <a:buClr>
                  <a:schemeClr val="hlink"/>
                </a:buClr>
                <a:buSzPct val="75000"/>
                <a:buFont typeface="Wingdings" pitchFamily="2" charset="2"/>
                <a:buChar char="l"/>
                <a:defRPr sz="3200">
                  <a:solidFill>
                    <a:schemeClr val="tx1"/>
                  </a:solidFill>
                  <a:latin typeface="Arial" charset="0"/>
                  <a:cs typeface="Arial" charset="0"/>
                </a:defRPr>
              </a:lvl1pPr>
              <a:lvl2pPr marL="742950" indent="-285750" eaLnBrk="0" hangingPunct="0">
                <a:spcBef>
                  <a:spcPct val="20000"/>
                </a:spcBef>
                <a:buClr>
                  <a:schemeClr val="tx2"/>
                </a:buClr>
                <a:buSzPct val="75000"/>
                <a:buFont typeface="Wingdings" pitchFamily="2" charset="2"/>
                <a:buChar char="l"/>
                <a:defRPr sz="2800">
                  <a:solidFill>
                    <a:schemeClr val="tx1"/>
                  </a:solidFill>
                  <a:latin typeface="Arial" charset="0"/>
                  <a:cs typeface="Arial" charset="0"/>
                </a:defRPr>
              </a:lvl2pPr>
              <a:lvl3pPr marL="1143000" indent="-228600" eaLnBrk="0" hangingPunct="0">
                <a:spcBef>
                  <a:spcPct val="20000"/>
                </a:spcBef>
                <a:buClr>
                  <a:schemeClr val="accent2"/>
                </a:buClr>
                <a:buSzPct val="75000"/>
                <a:buFont typeface="Wingdings" pitchFamily="2" charset="2"/>
                <a:buChar char="l"/>
                <a:defRPr sz="2400">
                  <a:solidFill>
                    <a:schemeClr val="tx1"/>
                  </a:solidFill>
                  <a:latin typeface="Arial" charset="0"/>
                  <a:cs typeface="Arial" charset="0"/>
                </a:defRPr>
              </a:lvl3pPr>
              <a:lvl4pPr marL="1600200" indent="-228600" eaLnBrk="0" hangingPunct="0">
                <a:spcBef>
                  <a:spcPct val="20000"/>
                </a:spcBef>
                <a:buClr>
                  <a:schemeClr val="folHlink"/>
                </a:buClr>
                <a:buSzPct val="75000"/>
                <a:buFont typeface="Wingdings" pitchFamily="2" charset="2"/>
                <a:buChar char="l"/>
                <a:defRPr sz="2000">
                  <a:solidFill>
                    <a:schemeClr val="tx1"/>
                  </a:solidFill>
                  <a:latin typeface="Arial" charset="0"/>
                  <a:cs typeface="Arial" charset="0"/>
                </a:defRPr>
              </a:lvl4pPr>
              <a:lvl5pPr marL="2057400" indent="-228600" eaLnBrk="0" hangingPunct="0">
                <a:spcBef>
                  <a:spcPct val="20000"/>
                </a:spcBef>
                <a:buClr>
                  <a:schemeClr val="tx1"/>
                </a:buClr>
                <a:buSzPct val="75000"/>
                <a:buFont typeface="Wingdings" pitchFamily="2" charset="2"/>
                <a:buChar char="l"/>
                <a:defRPr sz="2000">
                  <a:solidFill>
                    <a:schemeClr val="tx1"/>
                  </a:solidFill>
                  <a:latin typeface="Arial" charset="0"/>
                  <a:cs typeface="Arial" charset="0"/>
                </a:defRPr>
              </a:lvl5pPr>
              <a:lvl6pPr marL="2514600" indent="-228600" eaLnBrk="0" fontAlgn="base" hangingPunct="0">
                <a:spcBef>
                  <a:spcPct val="20000"/>
                </a:spcBef>
                <a:spcAft>
                  <a:spcPct val="0"/>
                </a:spcAft>
                <a:buClr>
                  <a:schemeClr val="tx1"/>
                </a:buClr>
                <a:buSzPct val="75000"/>
                <a:buFont typeface="Wingdings" pitchFamily="2" charset="2"/>
                <a:buChar char="l"/>
                <a:defRPr sz="2000">
                  <a:solidFill>
                    <a:schemeClr val="tx1"/>
                  </a:solidFill>
                  <a:latin typeface="Arial" charset="0"/>
                  <a:cs typeface="Arial" charset="0"/>
                </a:defRPr>
              </a:lvl6pPr>
              <a:lvl7pPr marL="2971800" indent="-228600" eaLnBrk="0" fontAlgn="base" hangingPunct="0">
                <a:spcBef>
                  <a:spcPct val="20000"/>
                </a:spcBef>
                <a:spcAft>
                  <a:spcPct val="0"/>
                </a:spcAft>
                <a:buClr>
                  <a:schemeClr val="tx1"/>
                </a:buClr>
                <a:buSzPct val="75000"/>
                <a:buFont typeface="Wingdings" pitchFamily="2" charset="2"/>
                <a:buChar char="l"/>
                <a:defRPr sz="2000">
                  <a:solidFill>
                    <a:schemeClr val="tx1"/>
                  </a:solidFill>
                  <a:latin typeface="Arial" charset="0"/>
                  <a:cs typeface="Arial" charset="0"/>
                </a:defRPr>
              </a:lvl7pPr>
              <a:lvl8pPr marL="3429000" indent="-228600" eaLnBrk="0" fontAlgn="base" hangingPunct="0">
                <a:spcBef>
                  <a:spcPct val="20000"/>
                </a:spcBef>
                <a:spcAft>
                  <a:spcPct val="0"/>
                </a:spcAft>
                <a:buClr>
                  <a:schemeClr val="tx1"/>
                </a:buClr>
                <a:buSzPct val="75000"/>
                <a:buFont typeface="Wingdings" pitchFamily="2" charset="2"/>
                <a:buChar char="l"/>
                <a:defRPr sz="2000">
                  <a:solidFill>
                    <a:schemeClr val="tx1"/>
                  </a:solidFill>
                  <a:latin typeface="Arial" charset="0"/>
                  <a:cs typeface="Arial" charset="0"/>
                </a:defRPr>
              </a:lvl8pPr>
              <a:lvl9pPr marL="3886200" indent="-228600" eaLnBrk="0" fontAlgn="base" hangingPunct="0">
                <a:spcBef>
                  <a:spcPct val="20000"/>
                </a:spcBef>
                <a:spcAft>
                  <a:spcPct val="0"/>
                </a:spcAft>
                <a:buClr>
                  <a:schemeClr val="tx1"/>
                </a:buClr>
                <a:buSzPct val="75000"/>
                <a:buFont typeface="Wingdings" pitchFamily="2" charset="2"/>
                <a:buChar char="l"/>
                <a:defRPr sz="2000">
                  <a:solidFill>
                    <a:schemeClr val="tx1"/>
                  </a:solidFill>
                  <a:latin typeface="Arial" charset="0"/>
                  <a:cs typeface="Arial" charset="0"/>
                </a:defRPr>
              </a:lvl9pPr>
            </a:lstStyle>
            <a:p>
              <a:pPr eaLnBrk="1" hangingPunct="1">
                <a:spcBef>
                  <a:spcPct val="50000"/>
                </a:spcBef>
                <a:buClrTx/>
                <a:buSzTx/>
                <a:buFontTx/>
                <a:buNone/>
              </a:pPr>
              <a:r>
                <a:rPr lang="en-US" altLang="en-US" sz="2400"/>
                <a:t>Công việc</a:t>
              </a:r>
            </a:p>
          </p:txBody>
        </p:sp>
      </p:grpSp>
      <p:grpSp>
        <p:nvGrpSpPr>
          <p:cNvPr id="16392" name="Group 15"/>
          <p:cNvGrpSpPr>
            <a:grpSpLocks/>
          </p:cNvGrpSpPr>
          <p:nvPr/>
        </p:nvGrpSpPr>
        <p:grpSpPr bwMode="auto">
          <a:xfrm>
            <a:off x="3352800" y="3200400"/>
            <a:ext cx="4373563" cy="1457325"/>
            <a:chOff x="2112" y="2016"/>
            <a:chExt cx="2755" cy="918"/>
          </a:xfrm>
        </p:grpSpPr>
        <p:sp>
          <p:nvSpPr>
            <p:cNvPr id="16393" name="Oval 5"/>
            <p:cNvSpPr>
              <a:spLocks noChangeArrowheads="1"/>
            </p:cNvSpPr>
            <p:nvPr/>
          </p:nvSpPr>
          <p:spPr bwMode="auto">
            <a:xfrm>
              <a:off x="2112" y="2256"/>
              <a:ext cx="1248" cy="432"/>
            </a:xfrm>
            <a:prstGeom prst="ellipse">
              <a:avLst/>
            </a:prstGeom>
            <a:solidFill>
              <a:schemeClr val="accent1"/>
            </a:solidFill>
            <a:ln w="19050" algn="ctr">
              <a:solidFill>
                <a:schemeClr val="tx1"/>
              </a:solidFill>
              <a:round/>
              <a:headEnd/>
              <a:tailEnd/>
            </a:ln>
          </p:spPr>
          <p:txBody>
            <a:bodyPr anchor="ctr">
              <a:spAutoFit/>
            </a:bodyPr>
            <a:lstStyle>
              <a:lvl1pPr eaLnBrk="0" hangingPunct="0">
                <a:spcBef>
                  <a:spcPct val="20000"/>
                </a:spcBef>
                <a:buClr>
                  <a:schemeClr val="hlink"/>
                </a:buClr>
                <a:buSzPct val="75000"/>
                <a:buFont typeface="Wingdings" pitchFamily="2" charset="2"/>
                <a:buChar char="l"/>
                <a:defRPr sz="3200">
                  <a:solidFill>
                    <a:schemeClr val="tx1"/>
                  </a:solidFill>
                  <a:latin typeface="Arial" charset="0"/>
                  <a:cs typeface="Arial" charset="0"/>
                </a:defRPr>
              </a:lvl1pPr>
              <a:lvl2pPr marL="742950" indent="-285750" eaLnBrk="0" hangingPunct="0">
                <a:spcBef>
                  <a:spcPct val="20000"/>
                </a:spcBef>
                <a:buClr>
                  <a:schemeClr val="tx2"/>
                </a:buClr>
                <a:buSzPct val="75000"/>
                <a:buFont typeface="Wingdings" pitchFamily="2" charset="2"/>
                <a:buChar char="l"/>
                <a:defRPr sz="2800">
                  <a:solidFill>
                    <a:schemeClr val="tx1"/>
                  </a:solidFill>
                  <a:latin typeface="Arial" charset="0"/>
                  <a:cs typeface="Arial" charset="0"/>
                </a:defRPr>
              </a:lvl2pPr>
              <a:lvl3pPr marL="1143000" indent="-228600" eaLnBrk="0" hangingPunct="0">
                <a:spcBef>
                  <a:spcPct val="20000"/>
                </a:spcBef>
                <a:buClr>
                  <a:schemeClr val="accent2"/>
                </a:buClr>
                <a:buSzPct val="75000"/>
                <a:buFont typeface="Wingdings" pitchFamily="2" charset="2"/>
                <a:buChar char="l"/>
                <a:defRPr sz="2400">
                  <a:solidFill>
                    <a:schemeClr val="tx1"/>
                  </a:solidFill>
                  <a:latin typeface="Arial" charset="0"/>
                  <a:cs typeface="Arial" charset="0"/>
                </a:defRPr>
              </a:lvl3pPr>
              <a:lvl4pPr marL="1600200" indent="-228600" eaLnBrk="0" hangingPunct="0">
                <a:spcBef>
                  <a:spcPct val="20000"/>
                </a:spcBef>
                <a:buClr>
                  <a:schemeClr val="folHlink"/>
                </a:buClr>
                <a:buSzPct val="75000"/>
                <a:buFont typeface="Wingdings" pitchFamily="2" charset="2"/>
                <a:buChar char="l"/>
                <a:defRPr sz="2000">
                  <a:solidFill>
                    <a:schemeClr val="tx1"/>
                  </a:solidFill>
                  <a:latin typeface="Arial" charset="0"/>
                  <a:cs typeface="Arial" charset="0"/>
                </a:defRPr>
              </a:lvl4pPr>
              <a:lvl5pPr marL="2057400" indent="-228600" eaLnBrk="0" hangingPunct="0">
                <a:spcBef>
                  <a:spcPct val="20000"/>
                </a:spcBef>
                <a:buClr>
                  <a:schemeClr val="tx1"/>
                </a:buClr>
                <a:buSzPct val="75000"/>
                <a:buFont typeface="Wingdings" pitchFamily="2" charset="2"/>
                <a:buChar char="l"/>
                <a:defRPr sz="2000">
                  <a:solidFill>
                    <a:schemeClr val="tx1"/>
                  </a:solidFill>
                  <a:latin typeface="Arial" charset="0"/>
                  <a:cs typeface="Arial" charset="0"/>
                </a:defRPr>
              </a:lvl5pPr>
              <a:lvl6pPr marL="2514600" indent="-228600" eaLnBrk="0" fontAlgn="base" hangingPunct="0">
                <a:spcBef>
                  <a:spcPct val="20000"/>
                </a:spcBef>
                <a:spcAft>
                  <a:spcPct val="0"/>
                </a:spcAft>
                <a:buClr>
                  <a:schemeClr val="tx1"/>
                </a:buClr>
                <a:buSzPct val="75000"/>
                <a:buFont typeface="Wingdings" pitchFamily="2" charset="2"/>
                <a:buChar char="l"/>
                <a:defRPr sz="2000">
                  <a:solidFill>
                    <a:schemeClr val="tx1"/>
                  </a:solidFill>
                  <a:latin typeface="Arial" charset="0"/>
                  <a:cs typeface="Arial" charset="0"/>
                </a:defRPr>
              </a:lvl6pPr>
              <a:lvl7pPr marL="2971800" indent="-228600" eaLnBrk="0" fontAlgn="base" hangingPunct="0">
                <a:spcBef>
                  <a:spcPct val="20000"/>
                </a:spcBef>
                <a:spcAft>
                  <a:spcPct val="0"/>
                </a:spcAft>
                <a:buClr>
                  <a:schemeClr val="tx1"/>
                </a:buClr>
                <a:buSzPct val="75000"/>
                <a:buFont typeface="Wingdings" pitchFamily="2" charset="2"/>
                <a:buChar char="l"/>
                <a:defRPr sz="2000">
                  <a:solidFill>
                    <a:schemeClr val="tx1"/>
                  </a:solidFill>
                  <a:latin typeface="Arial" charset="0"/>
                  <a:cs typeface="Arial" charset="0"/>
                </a:defRPr>
              </a:lvl7pPr>
              <a:lvl8pPr marL="3429000" indent="-228600" eaLnBrk="0" fontAlgn="base" hangingPunct="0">
                <a:spcBef>
                  <a:spcPct val="20000"/>
                </a:spcBef>
                <a:spcAft>
                  <a:spcPct val="0"/>
                </a:spcAft>
                <a:buClr>
                  <a:schemeClr val="tx1"/>
                </a:buClr>
                <a:buSzPct val="75000"/>
                <a:buFont typeface="Wingdings" pitchFamily="2" charset="2"/>
                <a:buChar char="l"/>
                <a:defRPr sz="2000">
                  <a:solidFill>
                    <a:schemeClr val="tx1"/>
                  </a:solidFill>
                  <a:latin typeface="Arial" charset="0"/>
                  <a:cs typeface="Arial" charset="0"/>
                </a:defRPr>
              </a:lvl8pPr>
              <a:lvl9pPr marL="3886200" indent="-228600" eaLnBrk="0" fontAlgn="base" hangingPunct="0">
                <a:spcBef>
                  <a:spcPct val="20000"/>
                </a:spcBef>
                <a:spcAft>
                  <a:spcPct val="0"/>
                </a:spcAft>
                <a:buClr>
                  <a:schemeClr val="tx1"/>
                </a:buClr>
                <a:buSzPct val="75000"/>
                <a:buFont typeface="Wingdings" pitchFamily="2" charset="2"/>
                <a:buChar char="l"/>
                <a:defRPr sz="2000">
                  <a:solidFill>
                    <a:schemeClr val="tx1"/>
                  </a:solidFill>
                  <a:latin typeface="Arial" charset="0"/>
                  <a:cs typeface="Arial" charset="0"/>
                </a:defRPr>
              </a:lvl9pPr>
            </a:lstStyle>
            <a:p>
              <a:pPr eaLnBrk="1" hangingPunct="1">
                <a:spcBef>
                  <a:spcPct val="0"/>
                </a:spcBef>
                <a:buClrTx/>
                <a:buSzTx/>
                <a:buFontTx/>
                <a:buNone/>
              </a:pPr>
              <a:endParaRPr lang="en-US" altLang="en-US" sz="1800"/>
            </a:p>
          </p:txBody>
        </p:sp>
        <p:sp>
          <p:nvSpPr>
            <p:cNvPr id="16394" name="Text Box 7"/>
            <p:cNvSpPr txBox="1">
              <a:spLocks noChangeArrowheads="1"/>
            </p:cNvSpPr>
            <p:nvPr/>
          </p:nvSpPr>
          <p:spPr bwMode="auto">
            <a:xfrm>
              <a:off x="2360" y="2320"/>
              <a:ext cx="86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a:spAutoFit/>
            </a:bodyPr>
            <a:lstStyle>
              <a:lvl1pPr eaLnBrk="0" hangingPunct="0">
                <a:spcBef>
                  <a:spcPct val="20000"/>
                </a:spcBef>
                <a:buClr>
                  <a:schemeClr val="hlink"/>
                </a:buClr>
                <a:buSzPct val="75000"/>
                <a:buFont typeface="Wingdings" pitchFamily="2" charset="2"/>
                <a:buChar char="l"/>
                <a:defRPr sz="3200">
                  <a:solidFill>
                    <a:schemeClr val="tx1"/>
                  </a:solidFill>
                  <a:latin typeface="Arial" charset="0"/>
                  <a:cs typeface="Arial" charset="0"/>
                </a:defRPr>
              </a:lvl1pPr>
              <a:lvl2pPr marL="742950" indent="-285750" eaLnBrk="0" hangingPunct="0">
                <a:spcBef>
                  <a:spcPct val="20000"/>
                </a:spcBef>
                <a:buClr>
                  <a:schemeClr val="tx2"/>
                </a:buClr>
                <a:buSzPct val="75000"/>
                <a:buFont typeface="Wingdings" pitchFamily="2" charset="2"/>
                <a:buChar char="l"/>
                <a:defRPr sz="2800">
                  <a:solidFill>
                    <a:schemeClr val="tx1"/>
                  </a:solidFill>
                  <a:latin typeface="Arial" charset="0"/>
                  <a:cs typeface="Arial" charset="0"/>
                </a:defRPr>
              </a:lvl2pPr>
              <a:lvl3pPr marL="1143000" indent="-228600" eaLnBrk="0" hangingPunct="0">
                <a:spcBef>
                  <a:spcPct val="20000"/>
                </a:spcBef>
                <a:buClr>
                  <a:schemeClr val="accent2"/>
                </a:buClr>
                <a:buSzPct val="75000"/>
                <a:buFont typeface="Wingdings" pitchFamily="2" charset="2"/>
                <a:buChar char="l"/>
                <a:defRPr sz="2400">
                  <a:solidFill>
                    <a:schemeClr val="tx1"/>
                  </a:solidFill>
                  <a:latin typeface="Arial" charset="0"/>
                  <a:cs typeface="Arial" charset="0"/>
                </a:defRPr>
              </a:lvl3pPr>
              <a:lvl4pPr marL="1600200" indent="-228600" eaLnBrk="0" hangingPunct="0">
                <a:spcBef>
                  <a:spcPct val="20000"/>
                </a:spcBef>
                <a:buClr>
                  <a:schemeClr val="folHlink"/>
                </a:buClr>
                <a:buSzPct val="75000"/>
                <a:buFont typeface="Wingdings" pitchFamily="2" charset="2"/>
                <a:buChar char="l"/>
                <a:defRPr sz="2000">
                  <a:solidFill>
                    <a:schemeClr val="tx1"/>
                  </a:solidFill>
                  <a:latin typeface="Arial" charset="0"/>
                  <a:cs typeface="Arial" charset="0"/>
                </a:defRPr>
              </a:lvl4pPr>
              <a:lvl5pPr marL="2057400" indent="-228600" eaLnBrk="0" hangingPunct="0">
                <a:spcBef>
                  <a:spcPct val="20000"/>
                </a:spcBef>
                <a:buClr>
                  <a:schemeClr val="tx1"/>
                </a:buClr>
                <a:buSzPct val="75000"/>
                <a:buFont typeface="Wingdings" pitchFamily="2" charset="2"/>
                <a:buChar char="l"/>
                <a:defRPr sz="2000">
                  <a:solidFill>
                    <a:schemeClr val="tx1"/>
                  </a:solidFill>
                  <a:latin typeface="Arial" charset="0"/>
                  <a:cs typeface="Arial" charset="0"/>
                </a:defRPr>
              </a:lvl5pPr>
              <a:lvl6pPr marL="2514600" indent="-228600" eaLnBrk="0" fontAlgn="base" hangingPunct="0">
                <a:spcBef>
                  <a:spcPct val="20000"/>
                </a:spcBef>
                <a:spcAft>
                  <a:spcPct val="0"/>
                </a:spcAft>
                <a:buClr>
                  <a:schemeClr val="tx1"/>
                </a:buClr>
                <a:buSzPct val="75000"/>
                <a:buFont typeface="Wingdings" pitchFamily="2" charset="2"/>
                <a:buChar char="l"/>
                <a:defRPr sz="2000">
                  <a:solidFill>
                    <a:schemeClr val="tx1"/>
                  </a:solidFill>
                  <a:latin typeface="Arial" charset="0"/>
                  <a:cs typeface="Arial" charset="0"/>
                </a:defRPr>
              </a:lvl6pPr>
              <a:lvl7pPr marL="2971800" indent="-228600" eaLnBrk="0" fontAlgn="base" hangingPunct="0">
                <a:spcBef>
                  <a:spcPct val="20000"/>
                </a:spcBef>
                <a:spcAft>
                  <a:spcPct val="0"/>
                </a:spcAft>
                <a:buClr>
                  <a:schemeClr val="tx1"/>
                </a:buClr>
                <a:buSzPct val="75000"/>
                <a:buFont typeface="Wingdings" pitchFamily="2" charset="2"/>
                <a:buChar char="l"/>
                <a:defRPr sz="2000">
                  <a:solidFill>
                    <a:schemeClr val="tx1"/>
                  </a:solidFill>
                  <a:latin typeface="Arial" charset="0"/>
                  <a:cs typeface="Arial" charset="0"/>
                </a:defRPr>
              </a:lvl7pPr>
              <a:lvl8pPr marL="3429000" indent="-228600" eaLnBrk="0" fontAlgn="base" hangingPunct="0">
                <a:spcBef>
                  <a:spcPct val="20000"/>
                </a:spcBef>
                <a:spcAft>
                  <a:spcPct val="0"/>
                </a:spcAft>
                <a:buClr>
                  <a:schemeClr val="tx1"/>
                </a:buClr>
                <a:buSzPct val="75000"/>
                <a:buFont typeface="Wingdings" pitchFamily="2" charset="2"/>
                <a:buChar char="l"/>
                <a:defRPr sz="2000">
                  <a:solidFill>
                    <a:schemeClr val="tx1"/>
                  </a:solidFill>
                  <a:latin typeface="Arial" charset="0"/>
                  <a:cs typeface="Arial" charset="0"/>
                </a:defRPr>
              </a:lvl8pPr>
              <a:lvl9pPr marL="3886200" indent="-228600" eaLnBrk="0" fontAlgn="base" hangingPunct="0">
                <a:spcBef>
                  <a:spcPct val="20000"/>
                </a:spcBef>
                <a:spcAft>
                  <a:spcPct val="0"/>
                </a:spcAft>
                <a:buClr>
                  <a:schemeClr val="tx1"/>
                </a:buClr>
                <a:buSzPct val="75000"/>
                <a:buFont typeface="Wingdings" pitchFamily="2" charset="2"/>
                <a:buChar char="l"/>
                <a:defRPr sz="2000">
                  <a:solidFill>
                    <a:schemeClr val="tx1"/>
                  </a:solidFill>
                  <a:latin typeface="Arial" charset="0"/>
                  <a:cs typeface="Arial" charset="0"/>
                </a:defRPr>
              </a:lvl9pPr>
            </a:lstStyle>
            <a:p>
              <a:pPr eaLnBrk="1" hangingPunct="1">
                <a:spcBef>
                  <a:spcPct val="50000"/>
                </a:spcBef>
                <a:buClrTx/>
                <a:buSzTx/>
                <a:buFontTx/>
                <a:buNone/>
              </a:pPr>
              <a:r>
                <a:rPr lang="en-US" altLang="en-US" sz="2400"/>
                <a:t>Bắt đầu</a:t>
              </a:r>
            </a:p>
          </p:txBody>
        </p:sp>
        <p:sp>
          <p:nvSpPr>
            <p:cNvPr id="16395" name="Oval 8"/>
            <p:cNvSpPr>
              <a:spLocks noChangeArrowheads="1"/>
            </p:cNvSpPr>
            <p:nvPr/>
          </p:nvSpPr>
          <p:spPr bwMode="auto">
            <a:xfrm>
              <a:off x="3619" y="2256"/>
              <a:ext cx="1248" cy="432"/>
            </a:xfrm>
            <a:prstGeom prst="ellipse">
              <a:avLst/>
            </a:prstGeom>
            <a:solidFill>
              <a:schemeClr val="accent1"/>
            </a:solidFill>
            <a:ln w="19050" algn="ctr">
              <a:solidFill>
                <a:schemeClr val="tx1"/>
              </a:solidFill>
              <a:round/>
              <a:headEnd/>
              <a:tailEnd/>
            </a:ln>
          </p:spPr>
          <p:txBody>
            <a:bodyPr anchor="ctr">
              <a:spAutoFit/>
            </a:bodyPr>
            <a:lstStyle>
              <a:lvl1pPr eaLnBrk="0" hangingPunct="0">
                <a:spcBef>
                  <a:spcPct val="20000"/>
                </a:spcBef>
                <a:buClr>
                  <a:schemeClr val="hlink"/>
                </a:buClr>
                <a:buSzPct val="75000"/>
                <a:buFont typeface="Wingdings" pitchFamily="2" charset="2"/>
                <a:buChar char="l"/>
                <a:defRPr sz="3200">
                  <a:solidFill>
                    <a:schemeClr val="tx1"/>
                  </a:solidFill>
                  <a:latin typeface="Arial" charset="0"/>
                  <a:cs typeface="Arial" charset="0"/>
                </a:defRPr>
              </a:lvl1pPr>
              <a:lvl2pPr marL="742950" indent="-285750" eaLnBrk="0" hangingPunct="0">
                <a:spcBef>
                  <a:spcPct val="20000"/>
                </a:spcBef>
                <a:buClr>
                  <a:schemeClr val="tx2"/>
                </a:buClr>
                <a:buSzPct val="75000"/>
                <a:buFont typeface="Wingdings" pitchFamily="2" charset="2"/>
                <a:buChar char="l"/>
                <a:defRPr sz="2800">
                  <a:solidFill>
                    <a:schemeClr val="tx1"/>
                  </a:solidFill>
                  <a:latin typeface="Arial" charset="0"/>
                  <a:cs typeface="Arial" charset="0"/>
                </a:defRPr>
              </a:lvl2pPr>
              <a:lvl3pPr marL="1143000" indent="-228600" eaLnBrk="0" hangingPunct="0">
                <a:spcBef>
                  <a:spcPct val="20000"/>
                </a:spcBef>
                <a:buClr>
                  <a:schemeClr val="accent2"/>
                </a:buClr>
                <a:buSzPct val="75000"/>
                <a:buFont typeface="Wingdings" pitchFamily="2" charset="2"/>
                <a:buChar char="l"/>
                <a:defRPr sz="2400">
                  <a:solidFill>
                    <a:schemeClr val="tx1"/>
                  </a:solidFill>
                  <a:latin typeface="Arial" charset="0"/>
                  <a:cs typeface="Arial" charset="0"/>
                </a:defRPr>
              </a:lvl3pPr>
              <a:lvl4pPr marL="1600200" indent="-228600" eaLnBrk="0" hangingPunct="0">
                <a:spcBef>
                  <a:spcPct val="20000"/>
                </a:spcBef>
                <a:buClr>
                  <a:schemeClr val="folHlink"/>
                </a:buClr>
                <a:buSzPct val="75000"/>
                <a:buFont typeface="Wingdings" pitchFamily="2" charset="2"/>
                <a:buChar char="l"/>
                <a:defRPr sz="2000">
                  <a:solidFill>
                    <a:schemeClr val="tx1"/>
                  </a:solidFill>
                  <a:latin typeface="Arial" charset="0"/>
                  <a:cs typeface="Arial" charset="0"/>
                </a:defRPr>
              </a:lvl4pPr>
              <a:lvl5pPr marL="2057400" indent="-228600" eaLnBrk="0" hangingPunct="0">
                <a:spcBef>
                  <a:spcPct val="20000"/>
                </a:spcBef>
                <a:buClr>
                  <a:schemeClr val="tx1"/>
                </a:buClr>
                <a:buSzPct val="75000"/>
                <a:buFont typeface="Wingdings" pitchFamily="2" charset="2"/>
                <a:buChar char="l"/>
                <a:defRPr sz="2000">
                  <a:solidFill>
                    <a:schemeClr val="tx1"/>
                  </a:solidFill>
                  <a:latin typeface="Arial" charset="0"/>
                  <a:cs typeface="Arial" charset="0"/>
                </a:defRPr>
              </a:lvl5pPr>
              <a:lvl6pPr marL="2514600" indent="-228600" eaLnBrk="0" fontAlgn="base" hangingPunct="0">
                <a:spcBef>
                  <a:spcPct val="20000"/>
                </a:spcBef>
                <a:spcAft>
                  <a:spcPct val="0"/>
                </a:spcAft>
                <a:buClr>
                  <a:schemeClr val="tx1"/>
                </a:buClr>
                <a:buSzPct val="75000"/>
                <a:buFont typeface="Wingdings" pitchFamily="2" charset="2"/>
                <a:buChar char="l"/>
                <a:defRPr sz="2000">
                  <a:solidFill>
                    <a:schemeClr val="tx1"/>
                  </a:solidFill>
                  <a:latin typeface="Arial" charset="0"/>
                  <a:cs typeface="Arial" charset="0"/>
                </a:defRPr>
              </a:lvl6pPr>
              <a:lvl7pPr marL="2971800" indent="-228600" eaLnBrk="0" fontAlgn="base" hangingPunct="0">
                <a:spcBef>
                  <a:spcPct val="20000"/>
                </a:spcBef>
                <a:spcAft>
                  <a:spcPct val="0"/>
                </a:spcAft>
                <a:buClr>
                  <a:schemeClr val="tx1"/>
                </a:buClr>
                <a:buSzPct val="75000"/>
                <a:buFont typeface="Wingdings" pitchFamily="2" charset="2"/>
                <a:buChar char="l"/>
                <a:defRPr sz="2000">
                  <a:solidFill>
                    <a:schemeClr val="tx1"/>
                  </a:solidFill>
                  <a:latin typeface="Arial" charset="0"/>
                  <a:cs typeface="Arial" charset="0"/>
                </a:defRPr>
              </a:lvl7pPr>
              <a:lvl8pPr marL="3429000" indent="-228600" eaLnBrk="0" fontAlgn="base" hangingPunct="0">
                <a:spcBef>
                  <a:spcPct val="20000"/>
                </a:spcBef>
                <a:spcAft>
                  <a:spcPct val="0"/>
                </a:spcAft>
                <a:buClr>
                  <a:schemeClr val="tx1"/>
                </a:buClr>
                <a:buSzPct val="75000"/>
                <a:buFont typeface="Wingdings" pitchFamily="2" charset="2"/>
                <a:buChar char="l"/>
                <a:defRPr sz="2000">
                  <a:solidFill>
                    <a:schemeClr val="tx1"/>
                  </a:solidFill>
                  <a:latin typeface="Arial" charset="0"/>
                  <a:cs typeface="Arial" charset="0"/>
                </a:defRPr>
              </a:lvl8pPr>
              <a:lvl9pPr marL="3886200" indent="-228600" eaLnBrk="0" fontAlgn="base" hangingPunct="0">
                <a:spcBef>
                  <a:spcPct val="20000"/>
                </a:spcBef>
                <a:spcAft>
                  <a:spcPct val="0"/>
                </a:spcAft>
                <a:buClr>
                  <a:schemeClr val="tx1"/>
                </a:buClr>
                <a:buSzPct val="75000"/>
                <a:buFont typeface="Wingdings" pitchFamily="2" charset="2"/>
                <a:buChar char="l"/>
                <a:defRPr sz="2000">
                  <a:solidFill>
                    <a:schemeClr val="tx1"/>
                  </a:solidFill>
                  <a:latin typeface="Arial" charset="0"/>
                  <a:cs typeface="Arial" charset="0"/>
                </a:defRPr>
              </a:lvl9pPr>
            </a:lstStyle>
            <a:p>
              <a:pPr eaLnBrk="1" hangingPunct="1">
                <a:spcBef>
                  <a:spcPct val="0"/>
                </a:spcBef>
                <a:buClrTx/>
                <a:buSzTx/>
                <a:buFontTx/>
                <a:buNone/>
              </a:pPr>
              <a:endParaRPr lang="en-US" altLang="en-US" sz="1800"/>
            </a:p>
          </p:txBody>
        </p:sp>
        <p:sp>
          <p:nvSpPr>
            <p:cNvPr id="16396" name="Line 9"/>
            <p:cNvSpPr>
              <a:spLocks noChangeShapeType="1"/>
            </p:cNvSpPr>
            <p:nvPr/>
          </p:nvSpPr>
          <p:spPr bwMode="auto">
            <a:xfrm>
              <a:off x="4235" y="2016"/>
              <a:ext cx="0" cy="24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spAutoFit/>
            </a:bodyPr>
            <a:lstStyle/>
            <a:p>
              <a:endParaRPr lang="en-US"/>
            </a:p>
          </p:txBody>
        </p:sp>
        <p:sp>
          <p:nvSpPr>
            <p:cNvPr id="16397" name="Text Box 10"/>
            <p:cNvSpPr txBox="1">
              <a:spLocks noChangeArrowheads="1"/>
            </p:cNvSpPr>
            <p:nvPr/>
          </p:nvSpPr>
          <p:spPr bwMode="auto">
            <a:xfrm>
              <a:off x="3867" y="2320"/>
              <a:ext cx="86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a:spAutoFit/>
            </a:bodyPr>
            <a:lstStyle>
              <a:lvl1pPr eaLnBrk="0" hangingPunct="0">
                <a:spcBef>
                  <a:spcPct val="20000"/>
                </a:spcBef>
                <a:buClr>
                  <a:schemeClr val="hlink"/>
                </a:buClr>
                <a:buSzPct val="75000"/>
                <a:buFont typeface="Wingdings" pitchFamily="2" charset="2"/>
                <a:buChar char="l"/>
                <a:defRPr sz="3200">
                  <a:solidFill>
                    <a:schemeClr val="tx1"/>
                  </a:solidFill>
                  <a:latin typeface="Arial" charset="0"/>
                  <a:cs typeface="Arial" charset="0"/>
                </a:defRPr>
              </a:lvl1pPr>
              <a:lvl2pPr marL="742950" indent="-285750" eaLnBrk="0" hangingPunct="0">
                <a:spcBef>
                  <a:spcPct val="20000"/>
                </a:spcBef>
                <a:buClr>
                  <a:schemeClr val="tx2"/>
                </a:buClr>
                <a:buSzPct val="75000"/>
                <a:buFont typeface="Wingdings" pitchFamily="2" charset="2"/>
                <a:buChar char="l"/>
                <a:defRPr sz="2800">
                  <a:solidFill>
                    <a:schemeClr val="tx1"/>
                  </a:solidFill>
                  <a:latin typeface="Arial" charset="0"/>
                  <a:cs typeface="Arial" charset="0"/>
                </a:defRPr>
              </a:lvl2pPr>
              <a:lvl3pPr marL="1143000" indent="-228600" eaLnBrk="0" hangingPunct="0">
                <a:spcBef>
                  <a:spcPct val="20000"/>
                </a:spcBef>
                <a:buClr>
                  <a:schemeClr val="accent2"/>
                </a:buClr>
                <a:buSzPct val="75000"/>
                <a:buFont typeface="Wingdings" pitchFamily="2" charset="2"/>
                <a:buChar char="l"/>
                <a:defRPr sz="2400">
                  <a:solidFill>
                    <a:schemeClr val="tx1"/>
                  </a:solidFill>
                  <a:latin typeface="Arial" charset="0"/>
                  <a:cs typeface="Arial" charset="0"/>
                </a:defRPr>
              </a:lvl3pPr>
              <a:lvl4pPr marL="1600200" indent="-228600" eaLnBrk="0" hangingPunct="0">
                <a:spcBef>
                  <a:spcPct val="20000"/>
                </a:spcBef>
                <a:buClr>
                  <a:schemeClr val="folHlink"/>
                </a:buClr>
                <a:buSzPct val="75000"/>
                <a:buFont typeface="Wingdings" pitchFamily="2" charset="2"/>
                <a:buChar char="l"/>
                <a:defRPr sz="2000">
                  <a:solidFill>
                    <a:schemeClr val="tx1"/>
                  </a:solidFill>
                  <a:latin typeface="Arial" charset="0"/>
                  <a:cs typeface="Arial" charset="0"/>
                </a:defRPr>
              </a:lvl4pPr>
              <a:lvl5pPr marL="2057400" indent="-228600" eaLnBrk="0" hangingPunct="0">
                <a:spcBef>
                  <a:spcPct val="20000"/>
                </a:spcBef>
                <a:buClr>
                  <a:schemeClr val="tx1"/>
                </a:buClr>
                <a:buSzPct val="75000"/>
                <a:buFont typeface="Wingdings" pitchFamily="2" charset="2"/>
                <a:buChar char="l"/>
                <a:defRPr sz="2000">
                  <a:solidFill>
                    <a:schemeClr val="tx1"/>
                  </a:solidFill>
                  <a:latin typeface="Arial" charset="0"/>
                  <a:cs typeface="Arial" charset="0"/>
                </a:defRPr>
              </a:lvl5pPr>
              <a:lvl6pPr marL="2514600" indent="-228600" eaLnBrk="0" fontAlgn="base" hangingPunct="0">
                <a:spcBef>
                  <a:spcPct val="20000"/>
                </a:spcBef>
                <a:spcAft>
                  <a:spcPct val="0"/>
                </a:spcAft>
                <a:buClr>
                  <a:schemeClr val="tx1"/>
                </a:buClr>
                <a:buSzPct val="75000"/>
                <a:buFont typeface="Wingdings" pitchFamily="2" charset="2"/>
                <a:buChar char="l"/>
                <a:defRPr sz="2000">
                  <a:solidFill>
                    <a:schemeClr val="tx1"/>
                  </a:solidFill>
                  <a:latin typeface="Arial" charset="0"/>
                  <a:cs typeface="Arial" charset="0"/>
                </a:defRPr>
              </a:lvl6pPr>
              <a:lvl7pPr marL="2971800" indent="-228600" eaLnBrk="0" fontAlgn="base" hangingPunct="0">
                <a:spcBef>
                  <a:spcPct val="20000"/>
                </a:spcBef>
                <a:spcAft>
                  <a:spcPct val="0"/>
                </a:spcAft>
                <a:buClr>
                  <a:schemeClr val="tx1"/>
                </a:buClr>
                <a:buSzPct val="75000"/>
                <a:buFont typeface="Wingdings" pitchFamily="2" charset="2"/>
                <a:buChar char="l"/>
                <a:defRPr sz="2000">
                  <a:solidFill>
                    <a:schemeClr val="tx1"/>
                  </a:solidFill>
                  <a:latin typeface="Arial" charset="0"/>
                  <a:cs typeface="Arial" charset="0"/>
                </a:defRPr>
              </a:lvl7pPr>
              <a:lvl8pPr marL="3429000" indent="-228600" eaLnBrk="0" fontAlgn="base" hangingPunct="0">
                <a:spcBef>
                  <a:spcPct val="20000"/>
                </a:spcBef>
                <a:spcAft>
                  <a:spcPct val="0"/>
                </a:spcAft>
                <a:buClr>
                  <a:schemeClr val="tx1"/>
                </a:buClr>
                <a:buSzPct val="75000"/>
                <a:buFont typeface="Wingdings" pitchFamily="2" charset="2"/>
                <a:buChar char="l"/>
                <a:defRPr sz="2000">
                  <a:solidFill>
                    <a:schemeClr val="tx1"/>
                  </a:solidFill>
                  <a:latin typeface="Arial" charset="0"/>
                  <a:cs typeface="Arial" charset="0"/>
                </a:defRPr>
              </a:lvl8pPr>
              <a:lvl9pPr marL="3886200" indent="-228600" eaLnBrk="0" fontAlgn="base" hangingPunct="0">
                <a:spcBef>
                  <a:spcPct val="20000"/>
                </a:spcBef>
                <a:spcAft>
                  <a:spcPct val="0"/>
                </a:spcAft>
                <a:buClr>
                  <a:schemeClr val="tx1"/>
                </a:buClr>
                <a:buSzPct val="75000"/>
                <a:buFont typeface="Wingdings" pitchFamily="2" charset="2"/>
                <a:buChar char="l"/>
                <a:defRPr sz="2000">
                  <a:solidFill>
                    <a:schemeClr val="tx1"/>
                  </a:solidFill>
                  <a:latin typeface="Arial" charset="0"/>
                  <a:cs typeface="Arial" charset="0"/>
                </a:defRPr>
              </a:lvl9pPr>
            </a:lstStyle>
            <a:p>
              <a:pPr eaLnBrk="1" hangingPunct="1">
                <a:spcBef>
                  <a:spcPct val="50000"/>
                </a:spcBef>
                <a:buClrTx/>
                <a:buSzTx/>
                <a:buFontTx/>
                <a:buNone/>
              </a:pPr>
              <a:r>
                <a:rPr lang="en-US" altLang="en-US" sz="2400"/>
                <a:t>Kết thúc</a:t>
              </a:r>
            </a:p>
          </p:txBody>
        </p:sp>
        <p:sp>
          <p:nvSpPr>
            <p:cNvPr id="16398" name="Line 14"/>
            <p:cNvSpPr>
              <a:spLocks noChangeShapeType="1"/>
            </p:cNvSpPr>
            <p:nvPr/>
          </p:nvSpPr>
          <p:spPr bwMode="auto">
            <a:xfrm>
              <a:off x="2720" y="2694"/>
              <a:ext cx="0" cy="24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spAutoFit/>
            </a:bodyPr>
            <a:lstStyle/>
            <a:p>
              <a:endParaRPr lang="en-US"/>
            </a:p>
          </p:txBody>
        </p:sp>
      </p:gr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Date Placeholder 3"/>
          <p:cNvSpPr>
            <a:spLocks noGrp="1"/>
          </p:cNvSpPr>
          <p:nvPr>
            <p:ph type="dt" sz="quarter" idx="10"/>
          </p:nvPr>
        </p:nvSpPr>
        <p:spPr/>
        <p:txBody>
          <a:bodyPr/>
          <a:lstStyle/>
          <a:p>
            <a:pPr>
              <a:defRPr/>
            </a:pPr>
            <a:r>
              <a:rPr lang="en-US"/>
              <a:t>Ngô Công Thắng</a:t>
            </a:r>
          </a:p>
        </p:txBody>
      </p:sp>
      <p:sp>
        <p:nvSpPr>
          <p:cNvPr id="13" name="Footer Placeholder 4"/>
          <p:cNvSpPr>
            <a:spLocks noGrp="1"/>
          </p:cNvSpPr>
          <p:nvPr>
            <p:ph type="ftr" sz="quarter" idx="11"/>
          </p:nvPr>
        </p:nvSpPr>
        <p:spPr/>
        <p:txBody>
          <a:bodyPr/>
          <a:lstStyle/>
          <a:p>
            <a:pPr>
              <a:defRPr/>
            </a:pPr>
            <a:r>
              <a:rPr lang="en-US"/>
              <a:t>Bài giảng Cấu trúc dữ liệu và giải thuật  -  Chương 01</a:t>
            </a:r>
          </a:p>
        </p:txBody>
      </p:sp>
      <p:sp>
        <p:nvSpPr>
          <p:cNvPr id="14" name="Slide Number Placeholder 5"/>
          <p:cNvSpPr>
            <a:spLocks noGrp="1"/>
          </p:cNvSpPr>
          <p:nvPr>
            <p:ph type="sldNum" sz="quarter" idx="12"/>
          </p:nvPr>
        </p:nvSpPr>
        <p:spPr/>
        <p:txBody>
          <a:bodyPr/>
          <a:lstStyle/>
          <a:p>
            <a:pPr>
              <a:defRPr/>
            </a:pPr>
            <a:r>
              <a:rPr lang="en-US"/>
              <a:t>1.</a:t>
            </a:r>
            <a:fld id="{0296AE59-92BF-46EE-A022-B124B264C808}" type="slidenum">
              <a:rPr lang="en-US"/>
              <a:pPr>
                <a:defRPr/>
              </a:pPr>
              <a:t>16</a:t>
            </a:fld>
            <a:endParaRPr lang="en-US"/>
          </a:p>
        </p:txBody>
      </p:sp>
      <p:sp>
        <p:nvSpPr>
          <p:cNvPr id="183298" name="Rectangle 2"/>
          <p:cNvSpPr>
            <a:spLocks noGrp="1" noChangeArrowheads="1"/>
          </p:cNvSpPr>
          <p:nvPr>
            <p:ph type="title"/>
          </p:nvPr>
        </p:nvSpPr>
        <p:spPr/>
        <p:txBody>
          <a:bodyPr/>
          <a:lstStyle/>
          <a:p>
            <a:pPr eaLnBrk="1" hangingPunct="1">
              <a:defRPr/>
            </a:pPr>
            <a:r>
              <a:rPr lang="en-US"/>
              <a:t>2.1. Lưu đồ giải thuật (</a:t>
            </a:r>
            <a:r>
              <a:rPr lang="en-US" i="1"/>
              <a:t>tiếp</a:t>
            </a:r>
            <a:r>
              <a:rPr lang="en-US"/>
              <a:t>)</a:t>
            </a:r>
          </a:p>
        </p:txBody>
      </p:sp>
      <p:sp>
        <p:nvSpPr>
          <p:cNvPr id="183299" name="Rectangle 3"/>
          <p:cNvSpPr>
            <a:spLocks noGrp="1" noChangeArrowheads="1"/>
          </p:cNvSpPr>
          <p:nvPr>
            <p:ph type="body" idx="1"/>
          </p:nvPr>
        </p:nvSpPr>
        <p:spPr/>
        <p:txBody>
          <a:bodyPr/>
          <a:lstStyle/>
          <a:p>
            <a:pPr eaLnBrk="1" hangingPunct="1">
              <a:defRPr/>
            </a:pPr>
            <a:r>
              <a:rPr lang="en-US"/>
              <a:t>Các hình cơ bản trong lưu đồ giải thuật gồm có:</a:t>
            </a:r>
          </a:p>
          <a:p>
            <a:pPr lvl="1" eaLnBrk="1" hangingPunct="1">
              <a:defRPr/>
            </a:pPr>
            <a:r>
              <a:rPr lang="en-US"/>
              <a:t>Hình thoi thể hiện các điệu kiện. Hình này có một đường vào và hai đường ra ứng với hai trường hợp điều kiện đúng hoặc điều kiện sai.</a:t>
            </a:r>
          </a:p>
          <a:p>
            <a:pPr lvl="1" eaLnBrk="1" hangingPunct="1">
              <a:defRPr/>
            </a:pPr>
            <a:endParaRPr lang="en-US"/>
          </a:p>
          <a:p>
            <a:pPr lvl="1" eaLnBrk="1" hangingPunct="1">
              <a:defRPr/>
            </a:pPr>
            <a:endParaRPr lang="en-US"/>
          </a:p>
        </p:txBody>
      </p:sp>
      <p:grpSp>
        <p:nvGrpSpPr>
          <p:cNvPr id="17415" name="Group 19"/>
          <p:cNvGrpSpPr>
            <a:grpSpLocks/>
          </p:cNvGrpSpPr>
          <p:nvPr/>
        </p:nvGrpSpPr>
        <p:grpSpPr bwMode="auto">
          <a:xfrm>
            <a:off x="3044825" y="4170363"/>
            <a:ext cx="3044825" cy="1790700"/>
            <a:chOff x="2699" y="2580"/>
            <a:chExt cx="1918" cy="1128"/>
          </a:xfrm>
        </p:grpSpPr>
        <p:sp>
          <p:nvSpPr>
            <p:cNvPr id="17416" name="AutoShape 13"/>
            <p:cNvSpPr>
              <a:spLocks noChangeArrowheads="1"/>
            </p:cNvSpPr>
            <p:nvPr/>
          </p:nvSpPr>
          <p:spPr bwMode="auto">
            <a:xfrm>
              <a:off x="2699" y="2793"/>
              <a:ext cx="1491" cy="647"/>
            </a:xfrm>
            <a:prstGeom prst="diamond">
              <a:avLst/>
            </a:prstGeom>
            <a:solidFill>
              <a:schemeClr val="accent1"/>
            </a:solidFill>
            <a:ln w="19050" algn="ctr">
              <a:solidFill>
                <a:schemeClr val="tx1"/>
              </a:solidFill>
              <a:miter lim="800000"/>
              <a:headEnd/>
              <a:tailEnd/>
            </a:ln>
          </p:spPr>
          <p:txBody>
            <a:bodyPr anchor="ctr">
              <a:spAutoFit/>
            </a:bodyPr>
            <a:lstStyle>
              <a:lvl1pPr eaLnBrk="0" hangingPunct="0">
                <a:spcBef>
                  <a:spcPct val="20000"/>
                </a:spcBef>
                <a:buClr>
                  <a:schemeClr val="hlink"/>
                </a:buClr>
                <a:buSzPct val="75000"/>
                <a:buFont typeface="Wingdings" pitchFamily="2" charset="2"/>
                <a:buChar char="l"/>
                <a:defRPr sz="3200">
                  <a:solidFill>
                    <a:schemeClr val="tx1"/>
                  </a:solidFill>
                  <a:latin typeface="Arial" charset="0"/>
                  <a:cs typeface="Arial" charset="0"/>
                </a:defRPr>
              </a:lvl1pPr>
              <a:lvl2pPr marL="742950" indent="-285750" eaLnBrk="0" hangingPunct="0">
                <a:spcBef>
                  <a:spcPct val="20000"/>
                </a:spcBef>
                <a:buClr>
                  <a:schemeClr val="tx2"/>
                </a:buClr>
                <a:buSzPct val="75000"/>
                <a:buFont typeface="Wingdings" pitchFamily="2" charset="2"/>
                <a:buChar char="l"/>
                <a:defRPr sz="2800">
                  <a:solidFill>
                    <a:schemeClr val="tx1"/>
                  </a:solidFill>
                  <a:latin typeface="Arial" charset="0"/>
                  <a:cs typeface="Arial" charset="0"/>
                </a:defRPr>
              </a:lvl2pPr>
              <a:lvl3pPr marL="1143000" indent="-228600" eaLnBrk="0" hangingPunct="0">
                <a:spcBef>
                  <a:spcPct val="20000"/>
                </a:spcBef>
                <a:buClr>
                  <a:schemeClr val="accent2"/>
                </a:buClr>
                <a:buSzPct val="75000"/>
                <a:buFont typeface="Wingdings" pitchFamily="2" charset="2"/>
                <a:buChar char="l"/>
                <a:defRPr sz="2400">
                  <a:solidFill>
                    <a:schemeClr val="tx1"/>
                  </a:solidFill>
                  <a:latin typeface="Arial" charset="0"/>
                  <a:cs typeface="Arial" charset="0"/>
                </a:defRPr>
              </a:lvl3pPr>
              <a:lvl4pPr marL="1600200" indent="-228600" eaLnBrk="0" hangingPunct="0">
                <a:spcBef>
                  <a:spcPct val="20000"/>
                </a:spcBef>
                <a:buClr>
                  <a:schemeClr val="folHlink"/>
                </a:buClr>
                <a:buSzPct val="75000"/>
                <a:buFont typeface="Wingdings" pitchFamily="2" charset="2"/>
                <a:buChar char="l"/>
                <a:defRPr sz="2000">
                  <a:solidFill>
                    <a:schemeClr val="tx1"/>
                  </a:solidFill>
                  <a:latin typeface="Arial" charset="0"/>
                  <a:cs typeface="Arial" charset="0"/>
                </a:defRPr>
              </a:lvl4pPr>
              <a:lvl5pPr marL="2057400" indent="-228600" eaLnBrk="0" hangingPunct="0">
                <a:spcBef>
                  <a:spcPct val="20000"/>
                </a:spcBef>
                <a:buClr>
                  <a:schemeClr val="tx1"/>
                </a:buClr>
                <a:buSzPct val="75000"/>
                <a:buFont typeface="Wingdings" pitchFamily="2" charset="2"/>
                <a:buChar char="l"/>
                <a:defRPr sz="2000">
                  <a:solidFill>
                    <a:schemeClr val="tx1"/>
                  </a:solidFill>
                  <a:latin typeface="Arial" charset="0"/>
                  <a:cs typeface="Arial" charset="0"/>
                </a:defRPr>
              </a:lvl5pPr>
              <a:lvl6pPr marL="2514600" indent="-228600" eaLnBrk="0" fontAlgn="base" hangingPunct="0">
                <a:spcBef>
                  <a:spcPct val="20000"/>
                </a:spcBef>
                <a:spcAft>
                  <a:spcPct val="0"/>
                </a:spcAft>
                <a:buClr>
                  <a:schemeClr val="tx1"/>
                </a:buClr>
                <a:buSzPct val="75000"/>
                <a:buFont typeface="Wingdings" pitchFamily="2" charset="2"/>
                <a:buChar char="l"/>
                <a:defRPr sz="2000">
                  <a:solidFill>
                    <a:schemeClr val="tx1"/>
                  </a:solidFill>
                  <a:latin typeface="Arial" charset="0"/>
                  <a:cs typeface="Arial" charset="0"/>
                </a:defRPr>
              </a:lvl6pPr>
              <a:lvl7pPr marL="2971800" indent="-228600" eaLnBrk="0" fontAlgn="base" hangingPunct="0">
                <a:spcBef>
                  <a:spcPct val="20000"/>
                </a:spcBef>
                <a:spcAft>
                  <a:spcPct val="0"/>
                </a:spcAft>
                <a:buClr>
                  <a:schemeClr val="tx1"/>
                </a:buClr>
                <a:buSzPct val="75000"/>
                <a:buFont typeface="Wingdings" pitchFamily="2" charset="2"/>
                <a:buChar char="l"/>
                <a:defRPr sz="2000">
                  <a:solidFill>
                    <a:schemeClr val="tx1"/>
                  </a:solidFill>
                  <a:latin typeface="Arial" charset="0"/>
                  <a:cs typeface="Arial" charset="0"/>
                </a:defRPr>
              </a:lvl7pPr>
              <a:lvl8pPr marL="3429000" indent="-228600" eaLnBrk="0" fontAlgn="base" hangingPunct="0">
                <a:spcBef>
                  <a:spcPct val="20000"/>
                </a:spcBef>
                <a:spcAft>
                  <a:spcPct val="0"/>
                </a:spcAft>
                <a:buClr>
                  <a:schemeClr val="tx1"/>
                </a:buClr>
                <a:buSzPct val="75000"/>
                <a:buFont typeface="Wingdings" pitchFamily="2" charset="2"/>
                <a:buChar char="l"/>
                <a:defRPr sz="2000">
                  <a:solidFill>
                    <a:schemeClr val="tx1"/>
                  </a:solidFill>
                  <a:latin typeface="Arial" charset="0"/>
                  <a:cs typeface="Arial" charset="0"/>
                </a:defRPr>
              </a:lvl8pPr>
              <a:lvl9pPr marL="3886200" indent="-228600" eaLnBrk="0" fontAlgn="base" hangingPunct="0">
                <a:spcBef>
                  <a:spcPct val="20000"/>
                </a:spcBef>
                <a:spcAft>
                  <a:spcPct val="0"/>
                </a:spcAft>
                <a:buClr>
                  <a:schemeClr val="tx1"/>
                </a:buClr>
                <a:buSzPct val="75000"/>
                <a:buFont typeface="Wingdings" pitchFamily="2" charset="2"/>
                <a:buChar char="l"/>
                <a:defRPr sz="2000">
                  <a:solidFill>
                    <a:schemeClr val="tx1"/>
                  </a:solidFill>
                  <a:latin typeface="Arial" charset="0"/>
                  <a:cs typeface="Arial" charset="0"/>
                </a:defRPr>
              </a:lvl9pPr>
            </a:lstStyle>
            <a:p>
              <a:pPr eaLnBrk="1" hangingPunct="1">
                <a:spcBef>
                  <a:spcPct val="0"/>
                </a:spcBef>
                <a:buClrTx/>
                <a:buSzTx/>
                <a:buFontTx/>
                <a:buNone/>
              </a:pPr>
              <a:endParaRPr lang="en-US" altLang="en-US" sz="1800"/>
            </a:p>
          </p:txBody>
        </p:sp>
        <p:sp>
          <p:nvSpPr>
            <p:cNvPr id="17417" name="Text Box 12"/>
            <p:cNvSpPr txBox="1">
              <a:spLocks noChangeArrowheads="1"/>
            </p:cNvSpPr>
            <p:nvPr/>
          </p:nvSpPr>
          <p:spPr bwMode="auto">
            <a:xfrm>
              <a:off x="3012" y="2960"/>
              <a:ext cx="98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a:spAutoFit/>
            </a:bodyPr>
            <a:lstStyle>
              <a:lvl1pPr eaLnBrk="0" hangingPunct="0">
                <a:spcBef>
                  <a:spcPct val="20000"/>
                </a:spcBef>
                <a:buClr>
                  <a:schemeClr val="hlink"/>
                </a:buClr>
                <a:buSzPct val="75000"/>
                <a:buFont typeface="Wingdings" pitchFamily="2" charset="2"/>
                <a:buChar char="l"/>
                <a:defRPr sz="3200">
                  <a:solidFill>
                    <a:schemeClr val="tx1"/>
                  </a:solidFill>
                  <a:latin typeface="Arial" charset="0"/>
                  <a:cs typeface="Arial" charset="0"/>
                </a:defRPr>
              </a:lvl1pPr>
              <a:lvl2pPr marL="742950" indent="-285750" eaLnBrk="0" hangingPunct="0">
                <a:spcBef>
                  <a:spcPct val="20000"/>
                </a:spcBef>
                <a:buClr>
                  <a:schemeClr val="tx2"/>
                </a:buClr>
                <a:buSzPct val="75000"/>
                <a:buFont typeface="Wingdings" pitchFamily="2" charset="2"/>
                <a:buChar char="l"/>
                <a:defRPr sz="2800">
                  <a:solidFill>
                    <a:schemeClr val="tx1"/>
                  </a:solidFill>
                  <a:latin typeface="Arial" charset="0"/>
                  <a:cs typeface="Arial" charset="0"/>
                </a:defRPr>
              </a:lvl2pPr>
              <a:lvl3pPr marL="1143000" indent="-228600" eaLnBrk="0" hangingPunct="0">
                <a:spcBef>
                  <a:spcPct val="20000"/>
                </a:spcBef>
                <a:buClr>
                  <a:schemeClr val="accent2"/>
                </a:buClr>
                <a:buSzPct val="75000"/>
                <a:buFont typeface="Wingdings" pitchFamily="2" charset="2"/>
                <a:buChar char="l"/>
                <a:defRPr sz="2400">
                  <a:solidFill>
                    <a:schemeClr val="tx1"/>
                  </a:solidFill>
                  <a:latin typeface="Arial" charset="0"/>
                  <a:cs typeface="Arial" charset="0"/>
                </a:defRPr>
              </a:lvl3pPr>
              <a:lvl4pPr marL="1600200" indent="-228600" eaLnBrk="0" hangingPunct="0">
                <a:spcBef>
                  <a:spcPct val="20000"/>
                </a:spcBef>
                <a:buClr>
                  <a:schemeClr val="folHlink"/>
                </a:buClr>
                <a:buSzPct val="75000"/>
                <a:buFont typeface="Wingdings" pitchFamily="2" charset="2"/>
                <a:buChar char="l"/>
                <a:defRPr sz="2000">
                  <a:solidFill>
                    <a:schemeClr val="tx1"/>
                  </a:solidFill>
                  <a:latin typeface="Arial" charset="0"/>
                  <a:cs typeface="Arial" charset="0"/>
                </a:defRPr>
              </a:lvl4pPr>
              <a:lvl5pPr marL="2057400" indent="-228600" eaLnBrk="0" hangingPunct="0">
                <a:spcBef>
                  <a:spcPct val="20000"/>
                </a:spcBef>
                <a:buClr>
                  <a:schemeClr val="tx1"/>
                </a:buClr>
                <a:buSzPct val="75000"/>
                <a:buFont typeface="Wingdings" pitchFamily="2" charset="2"/>
                <a:buChar char="l"/>
                <a:defRPr sz="2000">
                  <a:solidFill>
                    <a:schemeClr val="tx1"/>
                  </a:solidFill>
                  <a:latin typeface="Arial" charset="0"/>
                  <a:cs typeface="Arial" charset="0"/>
                </a:defRPr>
              </a:lvl5pPr>
              <a:lvl6pPr marL="2514600" indent="-228600" eaLnBrk="0" fontAlgn="base" hangingPunct="0">
                <a:spcBef>
                  <a:spcPct val="20000"/>
                </a:spcBef>
                <a:spcAft>
                  <a:spcPct val="0"/>
                </a:spcAft>
                <a:buClr>
                  <a:schemeClr val="tx1"/>
                </a:buClr>
                <a:buSzPct val="75000"/>
                <a:buFont typeface="Wingdings" pitchFamily="2" charset="2"/>
                <a:buChar char="l"/>
                <a:defRPr sz="2000">
                  <a:solidFill>
                    <a:schemeClr val="tx1"/>
                  </a:solidFill>
                  <a:latin typeface="Arial" charset="0"/>
                  <a:cs typeface="Arial" charset="0"/>
                </a:defRPr>
              </a:lvl6pPr>
              <a:lvl7pPr marL="2971800" indent="-228600" eaLnBrk="0" fontAlgn="base" hangingPunct="0">
                <a:spcBef>
                  <a:spcPct val="20000"/>
                </a:spcBef>
                <a:spcAft>
                  <a:spcPct val="0"/>
                </a:spcAft>
                <a:buClr>
                  <a:schemeClr val="tx1"/>
                </a:buClr>
                <a:buSzPct val="75000"/>
                <a:buFont typeface="Wingdings" pitchFamily="2" charset="2"/>
                <a:buChar char="l"/>
                <a:defRPr sz="2000">
                  <a:solidFill>
                    <a:schemeClr val="tx1"/>
                  </a:solidFill>
                  <a:latin typeface="Arial" charset="0"/>
                  <a:cs typeface="Arial" charset="0"/>
                </a:defRPr>
              </a:lvl7pPr>
              <a:lvl8pPr marL="3429000" indent="-228600" eaLnBrk="0" fontAlgn="base" hangingPunct="0">
                <a:spcBef>
                  <a:spcPct val="20000"/>
                </a:spcBef>
                <a:spcAft>
                  <a:spcPct val="0"/>
                </a:spcAft>
                <a:buClr>
                  <a:schemeClr val="tx1"/>
                </a:buClr>
                <a:buSzPct val="75000"/>
                <a:buFont typeface="Wingdings" pitchFamily="2" charset="2"/>
                <a:buChar char="l"/>
                <a:defRPr sz="2000">
                  <a:solidFill>
                    <a:schemeClr val="tx1"/>
                  </a:solidFill>
                  <a:latin typeface="Arial" charset="0"/>
                  <a:cs typeface="Arial" charset="0"/>
                </a:defRPr>
              </a:lvl8pPr>
              <a:lvl9pPr marL="3886200" indent="-228600" eaLnBrk="0" fontAlgn="base" hangingPunct="0">
                <a:spcBef>
                  <a:spcPct val="20000"/>
                </a:spcBef>
                <a:spcAft>
                  <a:spcPct val="0"/>
                </a:spcAft>
                <a:buClr>
                  <a:schemeClr val="tx1"/>
                </a:buClr>
                <a:buSzPct val="75000"/>
                <a:buFont typeface="Wingdings" pitchFamily="2" charset="2"/>
                <a:buChar char="l"/>
                <a:defRPr sz="2000">
                  <a:solidFill>
                    <a:schemeClr val="tx1"/>
                  </a:solidFill>
                  <a:latin typeface="Arial" charset="0"/>
                  <a:cs typeface="Arial" charset="0"/>
                </a:defRPr>
              </a:lvl9pPr>
            </a:lstStyle>
            <a:p>
              <a:pPr eaLnBrk="1" hangingPunct="1">
                <a:spcBef>
                  <a:spcPct val="50000"/>
                </a:spcBef>
                <a:buClrTx/>
                <a:buSzTx/>
                <a:buFontTx/>
                <a:buNone/>
              </a:pPr>
              <a:r>
                <a:rPr lang="en-US" altLang="en-US" sz="2400"/>
                <a:t>Điều kiện</a:t>
              </a:r>
            </a:p>
          </p:txBody>
        </p:sp>
        <p:sp>
          <p:nvSpPr>
            <p:cNvPr id="17418" name="Line 14"/>
            <p:cNvSpPr>
              <a:spLocks noChangeShapeType="1"/>
            </p:cNvSpPr>
            <p:nvPr/>
          </p:nvSpPr>
          <p:spPr bwMode="auto">
            <a:xfrm>
              <a:off x="3440" y="3432"/>
              <a:ext cx="0" cy="276"/>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spAutoFit/>
            </a:bodyPr>
            <a:lstStyle/>
            <a:p>
              <a:endParaRPr lang="en-US"/>
            </a:p>
          </p:txBody>
        </p:sp>
        <p:sp>
          <p:nvSpPr>
            <p:cNvPr id="17419" name="Freeform 15"/>
            <p:cNvSpPr>
              <a:spLocks/>
            </p:cNvSpPr>
            <p:nvPr/>
          </p:nvSpPr>
          <p:spPr bwMode="auto">
            <a:xfrm>
              <a:off x="4182" y="3117"/>
              <a:ext cx="229" cy="552"/>
            </a:xfrm>
            <a:custGeom>
              <a:avLst/>
              <a:gdLst>
                <a:gd name="T0" fmla="*/ 0 w 229"/>
                <a:gd name="T1" fmla="*/ 0 h 552"/>
                <a:gd name="T2" fmla="*/ 229 w 229"/>
                <a:gd name="T3" fmla="*/ 0 h 552"/>
                <a:gd name="T4" fmla="*/ 229 w 229"/>
                <a:gd name="T5" fmla="*/ 552 h 552"/>
                <a:gd name="T6" fmla="*/ 0 60000 65536"/>
                <a:gd name="T7" fmla="*/ 0 60000 65536"/>
                <a:gd name="T8" fmla="*/ 0 60000 65536"/>
                <a:gd name="T9" fmla="*/ 0 w 229"/>
                <a:gd name="T10" fmla="*/ 0 h 552"/>
                <a:gd name="T11" fmla="*/ 229 w 229"/>
                <a:gd name="T12" fmla="*/ 552 h 552"/>
              </a:gdLst>
              <a:ahLst/>
              <a:cxnLst>
                <a:cxn ang="T6">
                  <a:pos x="T0" y="T1"/>
                </a:cxn>
                <a:cxn ang="T7">
                  <a:pos x="T2" y="T3"/>
                </a:cxn>
                <a:cxn ang="T8">
                  <a:pos x="T4" y="T5"/>
                </a:cxn>
              </a:cxnLst>
              <a:rect l="T9" t="T10" r="T11" b="T12"/>
              <a:pathLst>
                <a:path w="229" h="552">
                  <a:moveTo>
                    <a:pt x="0" y="0"/>
                  </a:moveTo>
                  <a:lnTo>
                    <a:pt x="229" y="0"/>
                  </a:lnTo>
                  <a:lnTo>
                    <a:pt x="229" y="552"/>
                  </a:lnTo>
                </a:path>
              </a:pathLst>
            </a:custGeom>
            <a:noFill/>
            <a:ln w="19050" cap="flat" cmpd="sng">
              <a:solidFill>
                <a:schemeClr val="tx1"/>
              </a:solidFill>
              <a:prstDash val="solid"/>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spAutoFit/>
            </a:bodyPr>
            <a:lstStyle/>
            <a:p>
              <a:endParaRPr lang="en-US"/>
            </a:p>
          </p:txBody>
        </p:sp>
        <p:sp>
          <p:nvSpPr>
            <p:cNvPr id="17420" name="Text Box 16"/>
            <p:cNvSpPr txBox="1">
              <a:spLocks noChangeArrowheads="1"/>
            </p:cNvSpPr>
            <p:nvPr/>
          </p:nvSpPr>
          <p:spPr bwMode="auto">
            <a:xfrm>
              <a:off x="2878" y="3402"/>
              <a:ext cx="611"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a:spAutoFit/>
            </a:bodyPr>
            <a:lstStyle>
              <a:lvl1pPr eaLnBrk="0" hangingPunct="0">
                <a:spcBef>
                  <a:spcPct val="20000"/>
                </a:spcBef>
                <a:buClr>
                  <a:schemeClr val="hlink"/>
                </a:buClr>
                <a:buSzPct val="75000"/>
                <a:buFont typeface="Wingdings" pitchFamily="2" charset="2"/>
                <a:buChar char="l"/>
                <a:defRPr sz="3200">
                  <a:solidFill>
                    <a:schemeClr val="tx1"/>
                  </a:solidFill>
                  <a:latin typeface="Arial" charset="0"/>
                  <a:cs typeface="Arial" charset="0"/>
                </a:defRPr>
              </a:lvl1pPr>
              <a:lvl2pPr marL="742950" indent="-285750" eaLnBrk="0" hangingPunct="0">
                <a:spcBef>
                  <a:spcPct val="20000"/>
                </a:spcBef>
                <a:buClr>
                  <a:schemeClr val="tx2"/>
                </a:buClr>
                <a:buSzPct val="75000"/>
                <a:buFont typeface="Wingdings" pitchFamily="2" charset="2"/>
                <a:buChar char="l"/>
                <a:defRPr sz="2800">
                  <a:solidFill>
                    <a:schemeClr val="tx1"/>
                  </a:solidFill>
                  <a:latin typeface="Arial" charset="0"/>
                  <a:cs typeface="Arial" charset="0"/>
                </a:defRPr>
              </a:lvl2pPr>
              <a:lvl3pPr marL="1143000" indent="-228600" eaLnBrk="0" hangingPunct="0">
                <a:spcBef>
                  <a:spcPct val="20000"/>
                </a:spcBef>
                <a:buClr>
                  <a:schemeClr val="accent2"/>
                </a:buClr>
                <a:buSzPct val="75000"/>
                <a:buFont typeface="Wingdings" pitchFamily="2" charset="2"/>
                <a:buChar char="l"/>
                <a:defRPr sz="2400">
                  <a:solidFill>
                    <a:schemeClr val="tx1"/>
                  </a:solidFill>
                  <a:latin typeface="Arial" charset="0"/>
                  <a:cs typeface="Arial" charset="0"/>
                </a:defRPr>
              </a:lvl3pPr>
              <a:lvl4pPr marL="1600200" indent="-228600" eaLnBrk="0" hangingPunct="0">
                <a:spcBef>
                  <a:spcPct val="20000"/>
                </a:spcBef>
                <a:buClr>
                  <a:schemeClr val="folHlink"/>
                </a:buClr>
                <a:buSzPct val="75000"/>
                <a:buFont typeface="Wingdings" pitchFamily="2" charset="2"/>
                <a:buChar char="l"/>
                <a:defRPr sz="2000">
                  <a:solidFill>
                    <a:schemeClr val="tx1"/>
                  </a:solidFill>
                  <a:latin typeface="Arial" charset="0"/>
                  <a:cs typeface="Arial" charset="0"/>
                </a:defRPr>
              </a:lvl4pPr>
              <a:lvl5pPr marL="2057400" indent="-228600" eaLnBrk="0" hangingPunct="0">
                <a:spcBef>
                  <a:spcPct val="20000"/>
                </a:spcBef>
                <a:buClr>
                  <a:schemeClr val="tx1"/>
                </a:buClr>
                <a:buSzPct val="75000"/>
                <a:buFont typeface="Wingdings" pitchFamily="2" charset="2"/>
                <a:buChar char="l"/>
                <a:defRPr sz="2000">
                  <a:solidFill>
                    <a:schemeClr val="tx1"/>
                  </a:solidFill>
                  <a:latin typeface="Arial" charset="0"/>
                  <a:cs typeface="Arial" charset="0"/>
                </a:defRPr>
              </a:lvl5pPr>
              <a:lvl6pPr marL="2514600" indent="-228600" eaLnBrk="0" fontAlgn="base" hangingPunct="0">
                <a:spcBef>
                  <a:spcPct val="20000"/>
                </a:spcBef>
                <a:spcAft>
                  <a:spcPct val="0"/>
                </a:spcAft>
                <a:buClr>
                  <a:schemeClr val="tx1"/>
                </a:buClr>
                <a:buSzPct val="75000"/>
                <a:buFont typeface="Wingdings" pitchFamily="2" charset="2"/>
                <a:buChar char="l"/>
                <a:defRPr sz="2000">
                  <a:solidFill>
                    <a:schemeClr val="tx1"/>
                  </a:solidFill>
                  <a:latin typeface="Arial" charset="0"/>
                  <a:cs typeface="Arial" charset="0"/>
                </a:defRPr>
              </a:lvl6pPr>
              <a:lvl7pPr marL="2971800" indent="-228600" eaLnBrk="0" fontAlgn="base" hangingPunct="0">
                <a:spcBef>
                  <a:spcPct val="20000"/>
                </a:spcBef>
                <a:spcAft>
                  <a:spcPct val="0"/>
                </a:spcAft>
                <a:buClr>
                  <a:schemeClr val="tx1"/>
                </a:buClr>
                <a:buSzPct val="75000"/>
                <a:buFont typeface="Wingdings" pitchFamily="2" charset="2"/>
                <a:buChar char="l"/>
                <a:defRPr sz="2000">
                  <a:solidFill>
                    <a:schemeClr val="tx1"/>
                  </a:solidFill>
                  <a:latin typeface="Arial" charset="0"/>
                  <a:cs typeface="Arial" charset="0"/>
                </a:defRPr>
              </a:lvl7pPr>
              <a:lvl8pPr marL="3429000" indent="-228600" eaLnBrk="0" fontAlgn="base" hangingPunct="0">
                <a:spcBef>
                  <a:spcPct val="20000"/>
                </a:spcBef>
                <a:spcAft>
                  <a:spcPct val="0"/>
                </a:spcAft>
                <a:buClr>
                  <a:schemeClr val="tx1"/>
                </a:buClr>
                <a:buSzPct val="75000"/>
                <a:buFont typeface="Wingdings" pitchFamily="2" charset="2"/>
                <a:buChar char="l"/>
                <a:defRPr sz="2000">
                  <a:solidFill>
                    <a:schemeClr val="tx1"/>
                  </a:solidFill>
                  <a:latin typeface="Arial" charset="0"/>
                  <a:cs typeface="Arial" charset="0"/>
                </a:defRPr>
              </a:lvl8pPr>
              <a:lvl9pPr marL="3886200" indent="-228600" eaLnBrk="0" fontAlgn="base" hangingPunct="0">
                <a:spcBef>
                  <a:spcPct val="20000"/>
                </a:spcBef>
                <a:spcAft>
                  <a:spcPct val="0"/>
                </a:spcAft>
                <a:buClr>
                  <a:schemeClr val="tx1"/>
                </a:buClr>
                <a:buSzPct val="75000"/>
                <a:buFont typeface="Wingdings" pitchFamily="2" charset="2"/>
                <a:buChar char="l"/>
                <a:defRPr sz="2000">
                  <a:solidFill>
                    <a:schemeClr val="tx1"/>
                  </a:solidFill>
                  <a:latin typeface="Arial" charset="0"/>
                  <a:cs typeface="Arial" charset="0"/>
                </a:defRPr>
              </a:lvl9pPr>
            </a:lstStyle>
            <a:p>
              <a:pPr eaLnBrk="1" hangingPunct="1">
                <a:spcBef>
                  <a:spcPct val="50000"/>
                </a:spcBef>
                <a:buClrTx/>
                <a:buSzTx/>
                <a:buFontTx/>
                <a:buNone/>
              </a:pPr>
              <a:r>
                <a:rPr lang="en-US" altLang="en-US" sz="2400"/>
                <a:t>Đúng</a:t>
              </a:r>
            </a:p>
          </p:txBody>
        </p:sp>
        <p:sp>
          <p:nvSpPr>
            <p:cNvPr id="17421" name="Text Box 17"/>
            <p:cNvSpPr txBox="1">
              <a:spLocks noChangeArrowheads="1"/>
            </p:cNvSpPr>
            <p:nvPr/>
          </p:nvSpPr>
          <p:spPr bwMode="auto">
            <a:xfrm>
              <a:off x="4133" y="2818"/>
              <a:ext cx="48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a:spAutoFit/>
            </a:bodyPr>
            <a:lstStyle>
              <a:lvl1pPr eaLnBrk="0" hangingPunct="0">
                <a:spcBef>
                  <a:spcPct val="20000"/>
                </a:spcBef>
                <a:buClr>
                  <a:schemeClr val="hlink"/>
                </a:buClr>
                <a:buSzPct val="75000"/>
                <a:buFont typeface="Wingdings" pitchFamily="2" charset="2"/>
                <a:buChar char="l"/>
                <a:defRPr sz="3200">
                  <a:solidFill>
                    <a:schemeClr val="tx1"/>
                  </a:solidFill>
                  <a:latin typeface="Arial" charset="0"/>
                  <a:cs typeface="Arial" charset="0"/>
                </a:defRPr>
              </a:lvl1pPr>
              <a:lvl2pPr marL="742950" indent="-285750" eaLnBrk="0" hangingPunct="0">
                <a:spcBef>
                  <a:spcPct val="20000"/>
                </a:spcBef>
                <a:buClr>
                  <a:schemeClr val="tx2"/>
                </a:buClr>
                <a:buSzPct val="75000"/>
                <a:buFont typeface="Wingdings" pitchFamily="2" charset="2"/>
                <a:buChar char="l"/>
                <a:defRPr sz="2800">
                  <a:solidFill>
                    <a:schemeClr val="tx1"/>
                  </a:solidFill>
                  <a:latin typeface="Arial" charset="0"/>
                  <a:cs typeface="Arial" charset="0"/>
                </a:defRPr>
              </a:lvl2pPr>
              <a:lvl3pPr marL="1143000" indent="-228600" eaLnBrk="0" hangingPunct="0">
                <a:spcBef>
                  <a:spcPct val="20000"/>
                </a:spcBef>
                <a:buClr>
                  <a:schemeClr val="accent2"/>
                </a:buClr>
                <a:buSzPct val="75000"/>
                <a:buFont typeface="Wingdings" pitchFamily="2" charset="2"/>
                <a:buChar char="l"/>
                <a:defRPr sz="2400">
                  <a:solidFill>
                    <a:schemeClr val="tx1"/>
                  </a:solidFill>
                  <a:latin typeface="Arial" charset="0"/>
                  <a:cs typeface="Arial" charset="0"/>
                </a:defRPr>
              </a:lvl3pPr>
              <a:lvl4pPr marL="1600200" indent="-228600" eaLnBrk="0" hangingPunct="0">
                <a:spcBef>
                  <a:spcPct val="20000"/>
                </a:spcBef>
                <a:buClr>
                  <a:schemeClr val="folHlink"/>
                </a:buClr>
                <a:buSzPct val="75000"/>
                <a:buFont typeface="Wingdings" pitchFamily="2" charset="2"/>
                <a:buChar char="l"/>
                <a:defRPr sz="2000">
                  <a:solidFill>
                    <a:schemeClr val="tx1"/>
                  </a:solidFill>
                  <a:latin typeface="Arial" charset="0"/>
                  <a:cs typeface="Arial" charset="0"/>
                </a:defRPr>
              </a:lvl4pPr>
              <a:lvl5pPr marL="2057400" indent="-228600" eaLnBrk="0" hangingPunct="0">
                <a:spcBef>
                  <a:spcPct val="20000"/>
                </a:spcBef>
                <a:buClr>
                  <a:schemeClr val="tx1"/>
                </a:buClr>
                <a:buSzPct val="75000"/>
                <a:buFont typeface="Wingdings" pitchFamily="2" charset="2"/>
                <a:buChar char="l"/>
                <a:defRPr sz="2000">
                  <a:solidFill>
                    <a:schemeClr val="tx1"/>
                  </a:solidFill>
                  <a:latin typeface="Arial" charset="0"/>
                  <a:cs typeface="Arial" charset="0"/>
                </a:defRPr>
              </a:lvl5pPr>
              <a:lvl6pPr marL="2514600" indent="-228600" eaLnBrk="0" fontAlgn="base" hangingPunct="0">
                <a:spcBef>
                  <a:spcPct val="20000"/>
                </a:spcBef>
                <a:spcAft>
                  <a:spcPct val="0"/>
                </a:spcAft>
                <a:buClr>
                  <a:schemeClr val="tx1"/>
                </a:buClr>
                <a:buSzPct val="75000"/>
                <a:buFont typeface="Wingdings" pitchFamily="2" charset="2"/>
                <a:buChar char="l"/>
                <a:defRPr sz="2000">
                  <a:solidFill>
                    <a:schemeClr val="tx1"/>
                  </a:solidFill>
                  <a:latin typeface="Arial" charset="0"/>
                  <a:cs typeface="Arial" charset="0"/>
                </a:defRPr>
              </a:lvl6pPr>
              <a:lvl7pPr marL="2971800" indent="-228600" eaLnBrk="0" fontAlgn="base" hangingPunct="0">
                <a:spcBef>
                  <a:spcPct val="20000"/>
                </a:spcBef>
                <a:spcAft>
                  <a:spcPct val="0"/>
                </a:spcAft>
                <a:buClr>
                  <a:schemeClr val="tx1"/>
                </a:buClr>
                <a:buSzPct val="75000"/>
                <a:buFont typeface="Wingdings" pitchFamily="2" charset="2"/>
                <a:buChar char="l"/>
                <a:defRPr sz="2000">
                  <a:solidFill>
                    <a:schemeClr val="tx1"/>
                  </a:solidFill>
                  <a:latin typeface="Arial" charset="0"/>
                  <a:cs typeface="Arial" charset="0"/>
                </a:defRPr>
              </a:lvl7pPr>
              <a:lvl8pPr marL="3429000" indent="-228600" eaLnBrk="0" fontAlgn="base" hangingPunct="0">
                <a:spcBef>
                  <a:spcPct val="20000"/>
                </a:spcBef>
                <a:spcAft>
                  <a:spcPct val="0"/>
                </a:spcAft>
                <a:buClr>
                  <a:schemeClr val="tx1"/>
                </a:buClr>
                <a:buSzPct val="75000"/>
                <a:buFont typeface="Wingdings" pitchFamily="2" charset="2"/>
                <a:buChar char="l"/>
                <a:defRPr sz="2000">
                  <a:solidFill>
                    <a:schemeClr val="tx1"/>
                  </a:solidFill>
                  <a:latin typeface="Arial" charset="0"/>
                  <a:cs typeface="Arial" charset="0"/>
                </a:defRPr>
              </a:lvl8pPr>
              <a:lvl9pPr marL="3886200" indent="-228600" eaLnBrk="0" fontAlgn="base" hangingPunct="0">
                <a:spcBef>
                  <a:spcPct val="20000"/>
                </a:spcBef>
                <a:spcAft>
                  <a:spcPct val="0"/>
                </a:spcAft>
                <a:buClr>
                  <a:schemeClr val="tx1"/>
                </a:buClr>
                <a:buSzPct val="75000"/>
                <a:buFont typeface="Wingdings" pitchFamily="2" charset="2"/>
                <a:buChar char="l"/>
                <a:defRPr sz="2000">
                  <a:solidFill>
                    <a:schemeClr val="tx1"/>
                  </a:solidFill>
                  <a:latin typeface="Arial" charset="0"/>
                  <a:cs typeface="Arial" charset="0"/>
                </a:defRPr>
              </a:lvl9pPr>
            </a:lstStyle>
            <a:p>
              <a:pPr eaLnBrk="1" hangingPunct="1">
                <a:spcBef>
                  <a:spcPct val="50000"/>
                </a:spcBef>
                <a:buClrTx/>
                <a:buSzTx/>
                <a:buFontTx/>
                <a:buNone/>
              </a:pPr>
              <a:r>
                <a:rPr lang="en-US" altLang="en-US" sz="2400"/>
                <a:t>Sai</a:t>
              </a:r>
            </a:p>
          </p:txBody>
        </p:sp>
        <p:sp>
          <p:nvSpPr>
            <p:cNvPr id="17422" name="Line 18"/>
            <p:cNvSpPr>
              <a:spLocks noChangeShapeType="1"/>
            </p:cNvSpPr>
            <p:nvPr/>
          </p:nvSpPr>
          <p:spPr bwMode="auto">
            <a:xfrm>
              <a:off x="3440" y="2580"/>
              <a:ext cx="0" cy="221"/>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spAutoFit/>
            </a:bodyPr>
            <a:lstStyle/>
            <a:p>
              <a:endParaRPr lang="en-US"/>
            </a:p>
          </p:txBody>
        </p:sp>
      </p:gr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Rectangle 31">
            <a:extLst>
              <a:ext uri="{FF2B5EF4-FFF2-40B4-BE49-F238E27FC236}">
                <a16:creationId xmlns:a16="http://schemas.microsoft.com/office/drawing/2014/main" id="{6663E5AB-BB31-4749-A668-CE9CCA2C344A}"/>
              </a:ext>
            </a:extLst>
          </p:cNvPr>
          <p:cNvSpPr/>
          <p:nvPr/>
        </p:nvSpPr>
        <p:spPr bwMode="auto">
          <a:xfrm>
            <a:off x="1284057" y="3948530"/>
            <a:ext cx="1442230" cy="630860"/>
          </a:xfrm>
          <a:prstGeom prst="rect">
            <a:avLst/>
          </a:prstGeom>
          <a:solidFill>
            <a:schemeClr val="accent1"/>
          </a:solidFill>
          <a:ln w="1905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cs typeface="Arial" charset="0"/>
            </a:endParaRPr>
          </a:p>
        </p:txBody>
      </p:sp>
      <p:sp>
        <p:nvSpPr>
          <p:cNvPr id="2" name="Title 1">
            <a:extLst>
              <a:ext uri="{FF2B5EF4-FFF2-40B4-BE49-F238E27FC236}">
                <a16:creationId xmlns:a16="http://schemas.microsoft.com/office/drawing/2014/main" id="{5242ED27-F188-4EDE-A171-3F6B31C5EC30}"/>
              </a:ext>
            </a:extLst>
          </p:cNvPr>
          <p:cNvSpPr>
            <a:spLocks noGrp="1"/>
          </p:cNvSpPr>
          <p:nvPr>
            <p:ph type="title"/>
          </p:nvPr>
        </p:nvSpPr>
        <p:spPr>
          <a:xfrm>
            <a:off x="256854" y="258030"/>
            <a:ext cx="8630292" cy="1222625"/>
          </a:xfrm>
        </p:spPr>
        <p:txBody>
          <a:bodyPr/>
          <a:lstStyle/>
          <a:p>
            <a:r>
              <a:rPr lang="en-US" sz="4000"/>
              <a:t>Lưu đồ giải thuật tìm USCLN(a,b)</a:t>
            </a:r>
          </a:p>
        </p:txBody>
      </p:sp>
      <p:sp>
        <p:nvSpPr>
          <p:cNvPr id="3" name="Date Placeholder 2">
            <a:extLst>
              <a:ext uri="{FF2B5EF4-FFF2-40B4-BE49-F238E27FC236}">
                <a16:creationId xmlns:a16="http://schemas.microsoft.com/office/drawing/2014/main" id="{E1090C89-AFAB-4A13-A196-0E791A4B7F07}"/>
              </a:ext>
            </a:extLst>
          </p:cNvPr>
          <p:cNvSpPr>
            <a:spLocks noGrp="1"/>
          </p:cNvSpPr>
          <p:nvPr>
            <p:ph type="dt" sz="half" idx="10"/>
          </p:nvPr>
        </p:nvSpPr>
        <p:spPr/>
        <p:txBody>
          <a:bodyPr/>
          <a:lstStyle/>
          <a:p>
            <a:pPr>
              <a:defRPr/>
            </a:pPr>
            <a:r>
              <a:rPr lang="en-US"/>
              <a:t>Ngô Công Thắng</a:t>
            </a:r>
          </a:p>
        </p:txBody>
      </p:sp>
      <p:sp>
        <p:nvSpPr>
          <p:cNvPr id="4" name="Footer Placeholder 3">
            <a:extLst>
              <a:ext uri="{FF2B5EF4-FFF2-40B4-BE49-F238E27FC236}">
                <a16:creationId xmlns:a16="http://schemas.microsoft.com/office/drawing/2014/main" id="{A0CA36B2-3BE7-4CA8-8494-09BDDBEE497F}"/>
              </a:ext>
            </a:extLst>
          </p:cNvPr>
          <p:cNvSpPr>
            <a:spLocks noGrp="1"/>
          </p:cNvSpPr>
          <p:nvPr>
            <p:ph type="ftr" sz="quarter" idx="11"/>
          </p:nvPr>
        </p:nvSpPr>
        <p:spPr/>
        <p:txBody>
          <a:bodyPr/>
          <a:lstStyle/>
          <a:p>
            <a:pPr>
              <a:defRPr/>
            </a:pPr>
            <a:r>
              <a:rPr lang="en-US"/>
              <a:t>Bài giảng Cấu trúc dữ liệu và giải thuật  -  Chương 01</a:t>
            </a:r>
          </a:p>
        </p:txBody>
      </p:sp>
      <p:sp>
        <p:nvSpPr>
          <p:cNvPr id="5" name="Slide Number Placeholder 4">
            <a:extLst>
              <a:ext uri="{FF2B5EF4-FFF2-40B4-BE49-F238E27FC236}">
                <a16:creationId xmlns:a16="http://schemas.microsoft.com/office/drawing/2014/main" id="{A02F1078-1246-4E11-A20C-44961830667D}"/>
              </a:ext>
            </a:extLst>
          </p:cNvPr>
          <p:cNvSpPr>
            <a:spLocks noGrp="1"/>
          </p:cNvSpPr>
          <p:nvPr>
            <p:ph type="sldNum" sz="quarter" idx="12"/>
          </p:nvPr>
        </p:nvSpPr>
        <p:spPr/>
        <p:txBody>
          <a:bodyPr/>
          <a:lstStyle/>
          <a:p>
            <a:pPr>
              <a:defRPr/>
            </a:pPr>
            <a:r>
              <a:rPr lang="en-US"/>
              <a:t>1.</a:t>
            </a:r>
            <a:fld id="{AAC56B2F-5A18-4C0D-8A52-82663D775CE1}" type="slidenum">
              <a:rPr lang="en-US" smtClean="0"/>
              <a:pPr>
                <a:defRPr/>
              </a:pPr>
              <a:t>17</a:t>
            </a:fld>
            <a:endParaRPr lang="en-US"/>
          </a:p>
        </p:txBody>
      </p:sp>
      <p:sp>
        <p:nvSpPr>
          <p:cNvPr id="6" name="Oval 5">
            <a:extLst>
              <a:ext uri="{FF2B5EF4-FFF2-40B4-BE49-F238E27FC236}">
                <a16:creationId xmlns:a16="http://schemas.microsoft.com/office/drawing/2014/main" id="{2A36B9E0-D8C9-429B-A014-A9CBE7A9CFA8}"/>
              </a:ext>
            </a:extLst>
          </p:cNvPr>
          <p:cNvSpPr/>
          <p:nvPr/>
        </p:nvSpPr>
        <p:spPr bwMode="auto">
          <a:xfrm>
            <a:off x="3688423" y="1634769"/>
            <a:ext cx="1674687" cy="493160"/>
          </a:xfrm>
          <a:prstGeom prst="ellipse">
            <a:avLst/>
          </a:prstGeom>
          <a:solidFill>
            <a:schemeClr val="accent1"/>
          </a:solidFill>
          <a:ln w="1905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cs typeface="Arial" charset="0"/>
            </a:endParaRPr>
          </a:p>
        </p:txBody>
      </p:sp>
      <p:sp>
        <p:nvSpPr>
          <p:cNvPr id="7" name="TextBox 6">
            <a:extLst>
              <a:ext uri="{FF2B5EF4-FFF2-40B4-BE49-F238E27FC236}">
                <a16:creationId xmlns:a16="http://schemas.microsoft.com/office/drawing/2014/main" id="{D3DDB563-B2D8-4D33-A9C1-2F2898585105}"/>
              </a:ext>
            </a:extLst>
          </p:cNvPr>
          <p:cNvSpPr txBox="1"/>
          <p:nvPr/>
        </p:nvSpPr>
        <p:spPr>
          <a:xfrm>
            <a:off x="3853665" y="1696683"/>
            <a:ext cx="1355332" cy="371434"/>
          </a:xfrm>
          <a:prstGeom prst="rect">
            <a:avLst/>
          </a:prstGeom>
          <a:noFill/>
        </p:spPr>
        <p:txBody>
          <a:bodyPr wrap="square" rtlCol="0">
            <a:spAutoFit/>
          </a:bodyPr>
          <a:lstStyle/>
          <a:p>
            <a:pPr algn="ctr"/>
            <a:r>
              <a:rPr lang="en-US"/>
              <a:t>Bắt đầu</a:t>
            </a:r>
          </a:p>
        </p:txBody>
      </p:sp>
      <p:sp>
        <p:nvSpPr>
          <p:cNvPr id="8" name="Rectangle 7">
            <a:extLst>
              <a:ext uri="{FF2B5EF4-FFF2-40B4-BE49-F238E27FC236}">
                <a16:creationId xmlns:a16="http://schemas.microsoft.com/office/drawing/2014/main" id="{DC556D3A-EF57-4666-BDAD-3B57497D8DCD}"/>
              </a:ext>
            </a:extLst>
          </p:cNvPr>
          <p:cNvSpPr/>
          <p:nvPr/>
        </p:nvSpPr>
        <p:spPr bwMode="auto">
          <a:xfrm>
            <a:off x="3688422" y="2486346"/>
            <a:ext cx="1674687" cy="400692"/>
          </a:xfrm>
          <a:prstGeom prst="rect">
            <a:avLst/>
          </a:prstGeom>
          <a:solidFill>
            <a:schemeClr val="accent1"/>
          </a:solidFill>
          <a:ln w="1905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cs typeface="Arial" charset="0"/>
            </a:endParaRPr>
          </a:p>
        </p:txBody>
      </p:sp>
      <p:sp>
        <p:nvSpPr>
          <p:cNvPr id="9" name="TextBox 8">
            <a:extLst>
              <a:ext uri="{FF2B5EF4-FFF2-40B4-BE49-F238E27FC236}">
                <a16:creationId xmlns:a16="http://schemas.microsoft.com/office/drawing/2014/main" id="{A337620D-73E5-413B-9AE2-A5A3A4738E7D}"/>
              </a:ext>
            </a:extLst>
          </p:cNvPr>
          <p:cNvSpPr txBox="1"/>
          <p:nvPr/>
        </p:nvSpPr>
        <p:spPr>
          <a:xfrm>
            <a:off x="3731231" y="2502026"/>
            <a:ext cx="1602768" cy="369332"/>
          </a:xfrm>
          <a:prstGeom prst="rect">
            <a:avLst/>
          </a:prstGeom>
          <a:noFill/>
        </p:spPr>
        <p:txBody>
          <a:bodyPr wrap="square" rtlCol="0">
            <a:spAutoFit/>
          </a:bodyPr>
          <a:lstStyle/>
          <a:p>
            <a:r>
              <a:rPr lang="en-US"/>
              <a:t>Nhập vào a,b</a:t>
            </a:r>
          </a:p>
        </p:txBody>
      </p:sp>
      <p:cxnSp>
        <p:nvCxnSpPr>
          <p:cNvPr id="11" name="Straight Arrow Connector 10">
            <a:extLst>
              <a:ext uri="{FF2B5EF4-FFF2-40B4-BE49-F238E27FC236}">
                <a16:creationId xmlns:a16="http://schemas.microsoft.com/office/drawing/2014/main" id="{3563793A-220E-4D8B-8ED3-0160F7DAF04F}"/>
              </a:ext>
            </a:extLst>
          </p:cNvPr>
          <p:cNvCxnSpPr>
            <a:endCxn id="8" idx="0"/>
          </p:cNvCxnSpPr>
          <p:nvPr/>
        </p:nvCxnSpPr>
        <p:spPr bwMode="auto">
          <a:xfrm>
            <a:off x="4532615" y="2127929"/>
            <a:ext cx="0" cy="374097"/>
          </a:xfrm>
          <a:prstGeom prst="straightConnector1">
            <a:avLst/>
          </a:prstGeom>
          <a:solidFill>
            <a:schemeClr val="accent1"/>
          </a:solidFill>
          <a:ln w="19050" cap="flat" cmpd="sng" algn="ctr">
            <a:solidFill>
              <a:schemeClr val="tx1"/>
            </a:solidFill>
            <a:prstDash val="solid"/>
            <a:round/>
            <a:headEnd type="none" w="med" len="med"/>
            <a:tailEnd type="triangle"/>
          </a:ln>
          <a:effectLst/>
        </p:spPr>
      </p:cxnSp>
      <p:sp>
        <p:nvSpPr>
          <p:cNvPr id="12" name="Rectangle 11">
            <a:extLst>
              <a:ext uri="{FF2B5EF4-FFF2-40B4-BE49-F238E27FC236}">
                <a16:creationId xmlns:a16="http://schemas.microsoft.com/office/drawing/2014/main" id="{6BB1E468-E098-4267-99EC-EC36952B146B}"/>
              </a:ext>
            </a:extLst>
          </p:cNvPr>
          <p:cNvSpPr/>
          <p:nvPr/>
        </p:nvSpPr>
        <p:spPr bwMode="auto">
          <a:xfrm>
            <a:off x="3688422" y="3245455"/>
            <a:ext cx="1674687" cy="400692"/>
          </a:xfrm>
          <a:prstGeom prst="rect">
            <a:avLst/>
          </a:prstGeom>
          <a:solidFill>
            <a:schemeClr val="accent1"/>
          </a:solidFill>
          <a:ln w="1905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cs typeface="Arial" charset="0"/>
            </a:endParaRPr>
          </a:p>
        </p:txBody>
      </p:sp>
      <p:sp>
        <p:nvSpPr>
          <p:cNvPr id="13" name="TextBox 12">
            <a:extLst>
              <a:ext uri="{FF2B5EF4-FFF2-40B4-BE49-F238E27FC236}">
                <a16:creationId xmlns:a16="http://schemas.microsoft.com/office/drawing/2014/main" id="{29FE86EE-CB04-4CFA-81F7-A25C4D763F6C}"/>
              </a:ext>
            </a:extLst>
          </p:cNvPr>
          <p:cNvSpPr txBox="1"/>
          <p:nvPr/>
        </p:nvSpPr>
        <p:spPr>
          <a:xfrm>
            <a:off x="3731231" y="3261135"/>
            <a:ext cx="1602768" cy="369332"/>
          </a:xfrm>
          <a:prstGeom prst="rect">
            <a:avLst/>
          </a:prstGeom>
          <a:noFill/>
        </p:spPr>
        <p:txBody>
          <a:bodyPr wrap="square" rtlCol="0">
            <a:spAutoFit/>
          </a:bodyPr>
          <a:lstStyle/>
          <a:p>
            <a:pPr algn="ctr"/>
            <a:r>
              <a:rPr lang="en-US"/>
              <a:t>r := a mod b</a:t>
            </a:r>
          </a:p>
        </p:txBody>
      </p:sp>
      <p:cxnSp>
        <p:nvCxnSpPr>
          <p:cNvPr id="14" name="Straight Arrow Connector 13">
            <a:extLst>
              <a:ext uri="{FF2B5EF4-FFF2-40B4-BE49-F238E27FC236}">
                <a16:creationId xmlns:a16="http://schemas.microsoft.com/office/drawing/2014/main" id="{BAAE0A08-6ECA-45D7-8AD0-4D94E9783E33}"/>
              </a:ext>
            </a:extLst>
          </p:cNvPr>
          <p:cNvCxnSpPr>
            <a:endCxn id="12" idx="0"/>
          </p:cNvCxnSpPr>
          <p:nvPr/>
        </p:nvCxnSpPr>
        <p:spPr bwMode="auto">
          <a:xfrm>
            <a:off x="4532615" y="2887038"/>
            <a:ext cx="0" cy="374097"/>
          </a:xfrm>
          <a:prstGeom prst="straightConnector1">
            <a:avLst/>
          </a:prstGeom>
          <a:solidFill>
            <a:schemeClr val="accent1"/>
          </a:solidFill>
          <a:ln w="19050" cap="flat" cmpd="sng" algn="ctr">
            <a:solidFill>
              <a:schemeClr val="tx1"/>
            </a:solidFill>
            <a:prstDash val="solid"/>
            <a:round/>
            <a:headEnd type="none" w="med" len="med"/>
            <a:tailEnd type="triangle"/>
          </a:ln>
          <a:effectLst/>
        </p:spPr>
      </p:cxnSp>
      <p:cxnSp>
        <p:nvCxnSpPr>
          <p:cNvPr id="17" name="Straight Arrow Connector 16">
            <a:extLst>
              <a:ext uri="{FF2B5EF4-FFF2-40B4-BE49-F238E27FC236}">
                <a16:creationId xmlns:a16="http://schemas.microsoft.com/office/drawing/2014/main" id="{B6D6CE23-77FC-4879-80E9-D498726E7820}"/>
              </a:ext>
            </a:extLst>
          </p:cNvPr>
          <p:cNvCxnSpPr>
            <a:cxnSpLocks/>
          </p:cNvCxnSpPr>
          <p:nvPr/>
        </p:nvCxnSpPr>
        <p:spPr bwMode="auto">
          <a:xfrm>
            <a:off x="4532615" y="3649196"/>
            <a:ext cx="0" cy="374097"/>
          </a:xfrm>
          <a:prstGeom prst="straightConnector1">
            <a:avLst/>
          </a:prstGeom>
          <a:solidFill>
            <a:schemeClr val="accent1"/>
          </a:solidFill>
          <a:ln w="19050" cap="flat" cmpd="sng" algn="ctr">
            <a:solidFill>
              <a:schemeClr val="tx1"/>
            </a:solidFill>
            <a:prstDash val="solid"/>
            <a:round/>
            <a:headEnd type="none" w="med" len="med"/>
            <a:tailEnd type="triangle"/>
          </a:ln>
          <a:effectLst/>
        </p:spPr>
      </p:cxnSp>
      <p:sp>
        <p:nvSpPr>
          <p:cNvPr id="18" name="Diamond 17">
            <a:extLst>
              <a:ext uri="{FF2B5EF4-FFF2-40B4-BE49-F238E27FC236}">
                <a16:creationId xmlns:a16="http://schemas.microsoft.com/office/drawing/2014/main" id="{7BC4B370-AE5A-46C3-8A80-843A762CC2A8}"/>
              </a:ext>
            </a:extLst>
          </p:cNvPr>
          <p:cNvSpPr/>
          <p:nvPr/>
        </p:nvSpPr>
        <p:spPr bwMode="auto">
          <a:xfrm>
            <a:off x="3702976" y="4042031"/>
            <a:ext cx="1645577" cy="536118"/>
          </a:xfrm>
          <a:prstGeom prst="diamond">
            <a:avLst/>
          </a:prstGeom>
          <a:solidFill>
            <a:schemeClr val="accent1"/>
          </a:solidFill>
          <a:ln w="1905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cs typeface="Arial" charset="0"/>
            </a:endParaRPr>
          </a:p>
        </p:txBody>
      </p:sp>
      <p:sp>
        <p:nvSpPr>
          <p:cNvPr id="19" name="TextBox 18">
            <a:extLst>
              <a:ext uri="{FF2B5EF4-FFF2-40B4-BE49-F238E27FC236}">
                <a16:creationId xmlns:a16="http://schemas.microsoft.com/office/drawing/2014/main" id="{4A92FEF1-0B61-4E10-B259-1854FD78A314}"/>
              </a:ext>
            </a:extLst>
          </p:cNvPr>
          <p:cNvSpPr txBox="1"/>
          <p:nvPr/>
        </p:nvSpPr>
        <p:spPr>
          <a:xfrm>
            <a:off x="3715738" y="4125424"/>
            <a:ext cx="1602768" cy="369332"/>
          </a:xfrm>
          <a:prstGeom prst="rect">
            <a:avLst/>
          </a:prstGeom>
          <a:noFill/>
        </p:spPr>
        <p:txBody>
          <a:bodyPr wrap="square" rtlCol="0">
            <a:spAutoFit/>
          </a:bodyPr>
          <a:lstStyle/>
          <a:p>
            <a:pPr algn="ctr"/>
            <a:r>
              <a:rPr lang="en-US"/>
              <a:t>r = 0</a:t>
            </a:r>
          </a:p>
        </p:txBody>
      </p:sp>
      <p:cxnSp>
        <p:nvCxnSpPr>
          <p:cNvPr id="20" name="Straight Arrow Connector 19">
            <a:extLst>
              <a:ext uri="{FF2B5EF4-FFF2-40B4-BE49-F238E27FC236}">
                <a16:creationId xmlns:a16="http://schemas.microsoft.com/office/drawing/2014/main" id="{B1373699-0BF5-4D02-99A9-D02E1C83F65A}"/>
              </a:ext>
            </a:extLst>
          </p:cNvPr>
          <p:cNvCxnSpPr>
            <a:cxnSpLocks/>
          </p:cNvCxnSpPr>
          <p:nvPr/>
        </p:nvCxnSpPr>
        <p:spPr bwMode="auto">
          <a:xfrm>
            <a:off x="4532615" y="4578149"/>
            <a:ext cx="0" cy="374097"/>
          </a:xfrm>
          <a:prstGeom prst="straightConnector1">
            <a:avLst/>
          </a:prstGeom>
          <a:solidFill>
            <a:schemeClr val="accent1"/>
          </a:solidFill>
          <a:ln w="19050" cap="flat" cmpd="sng" algn="ctr">
            <a:solidFill>
              <a:schemeClr val="tx1"/>
            </a:solidFill>
            <a:prstDash val="solid"/>
            <a:round/>
            <a:headEnd type="none" w="med" len="med"/>
            <a:tailEnd type="triangle"/>
          </a:ln>
          <a:effectLst/>
        </p:spPr>
      </p:cxnSp>
      <p:sp>
        <p:nvSpPr>
          <p:cNvPr id="21" name="Rectangle 20">
            <a:extLst>
              <a:ext uri="{FF2B5EF4-FFF2-40B4-BE49-F238E27FC236}">
                <a16:creationId xmlns:a16="http://schemas.microsoft.com/office/drawing/2014/main" id="{CFD2EC7E-EB1E-4B4D-B359-A57770ABA2FB}"/>
              </a:ext>
            </a:extLst>
          </p:cNvPr>
          <p:cNvSpPr/>
          <p:nvPr/>
        </p:nvSpPr>
        <p:spPr bwMode="auto">
          <a:xfrm>
            <a:off x="3688422" y="4987403"/>
            <a:ext cx="1674687" cy="400692"/>
          </a:xfrm>
          <a:prstGeom prst="rect">
            <a:avLst/>
          </a:prstGeom>
          <a:solidFill>
            <a:schemeClr val="accent1"/>
          </a:solidFill>
          <a:ln w="1905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cs typeface="Arial" charset="0"/>
            </a:endParaRPr>
          </a:p>
        </p:txBody>
      </p:sp>
      <p:sp>
        <p:nvSpPr>
          <p:cNvPr id="22" name="TextBox 21">
            <a:extLst>
              <a:ext uri="{FF2B5EF4-FFF2-40B4-BE49-F238E27FC236}">
                <a16:creationId xmlns:a16="http://schemas.microsoft.com/office/drawing/2014/main" id="{F302E0FC-7630-48D5-80BB-B7F122FE2A2A}"/>
              </a:ext>
            </a:extLst>
          </p:cNvPr>
          <p:cNvSpPr txBox="1"/>
          <p:nvPr/>
        </p:nvSpPr>
        <p:spPr>
          <a:xfrm>
            <a:off x="3731231" y="5003083"/>
            <a:ext cx="1602768" cy="369332"/>
          </a:xfrm>
          <a:prstGeom prst="rect">
            <a:avLst/>
          </a:prstGeom>
          <a:noFill/>
        </p:spPr>
        <p:txBody>
          <a:bodyPr wrap="square" rtlCol="0">
            <a:spAutoFit/>
          </a:bodyPr>
          <a:lstStyle/>
          <a:p>
            <a:pPr algn="ctr"/>
            <a:r>
              <a:rPr lang="en-US"/>
              <a:t>Đưa ra b</a:t>
            </a:r>
          </a:p>
        </p:txBody>
      </p:sp>
      <p:sp>
        <p:nvSpPr>
          <p:cNvPr id="23" name="Oval 22">
            <a:extLst>
              <a:ext uri="{FF2B5EF4-FFF2-40B4-BE49-F238E27FC236}">
                <a16:creationId xmlns:a16="http://schemas.microsoft.com/office/drawing/2014/main" id="{84B802EC-B202-4AEA-A20F-ECB6DE34A417}"/>
              </a:ext>
            </a:extLst>
          </p:cNvPr>
          <p:cNvSpPr/>
          <p:nvPr/>
        </p:nvSpPr>
        <p:spPr bwMode="auto">
          <a:xfrm>
            <a:off x="3688422" y="5744411"/>
            <a:ext cx="1674687" cy="493160"/>
          </a:xfrm>
          <a:prstGeom prst="ellipse">
            <a:avLst/>
          </a:prstGeom>
          <a:solidFill>
            <a:schemeClr val="accent1"/>
          </a:solidFill>
          <a:ln w="1905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cs typeface="Arial" charset="0"/>
            </a:endParaRPr>
          </a:p>
        </p:txBody>
      </p:sp>
      <p:sp>
        <p:nvSpPr>
          <p:cNvPr id="24" name="TextBox 23">
            <a:extLst>
              <a:ext uri="{FF2B5EF4-FFF2-40B4-BE49-F238E27FC236}">
                <a16:creationId xmlns:a16="http://schemas.microsoft.com/office/drawing/2014/main" id="{2FE79F74-E29C-48E1-9847-29FFBEBBDFC7}"/>
              </a:ext>
            </a:extLst>
          </p:cNvPr>
          <p:cNvSpPr txBox="1"/>
          <p:nvPr/>
        </p:nvSpPr>
        <p:spPr>
          <a:xfrm>
            <a:off x="3853664" y="5806324"/>
            <a:ext cx="1355333" cy="374097"/>
          </a:xfrm>
          <a:prstGeom prst="rect">
            <a:avLst/>
          </a:prstGeom>
          <a:noFill/>
        </p:spPr>
        <p:txBody>
          <a:bodyPr wrap="square" rtlCol="0">
            <a:spAutoFit/>
          </a:bodyPr>
          <a:lstStyle/>
          <a:p>
            <a:pPr algn="ctr"/>
            <a:r>
              <a:rPr lang="en-US"/>
              <a:t>Kết thúc</a:t>
            </a:r>
          </a:p>
        </p:txBody>
      </p:sp>
      <p:cxnSp>
        <p:nvCxnSpPr>
          <p:cNvPr id="25" name="Straight Arrow Connector 24">
            <a:extLst>
              <a:ext uri="{FF2B5EF4-FFF2-40B4-BE49-F238E27FC236}">
                <a16:creationId xmlns:a16="http://schemas.microsoft.com/office/drawing/2014/main" id="{9E801477-9E6B-4118-BF94-0A9D678A3305}"/>
              </a:ext>
            </a:extLst>
          </p:cNvPr>
          <p:cNvCxnSpPr>
            <a:cxnSpLocks/>
          </p:cNvCxnSpPr>
          <p:nvPr/>
        </p:nvCxnSpPr>
        <p:spPr bwMode="auto">
          <a:xfrm>
            <a:off x="4532615" y="5372415"/>
            <a:ext cx="0" cy="374097"/>
          </a:xfrm>
          <a:prstGeom prst="straightConnector1">
            <a:avLst/>
          </a:prstGeom>
          <a:solidFill>
            <a:schemeClr val="accent1"/>
          </a:solidFill>
          <a:ln w="19050" cap="flat" cmpd="sng" algn="ctr">
            <a:solidFill>
              <a:schemeClr val="tx1"/>
            </a:solidFill>
            <a:prstDash val="solid"/>
            <a:round/>
            <a:headEnd type="none" w="med" len="med"/>
            <a:tailEnd type="triangle"/>
          </a:ln>
          <a:effectLst/>
        </p:spPr>
      </p:cxnSp>
      <p:sp>
        <p:nvSpPr>
          <p:cNvPr id="26" name="TextBox 25">
            <a:extLst>
              <a:ext uri="{FF2B5EF4-FFF2-40B4-BE49-F238E27FC236}">
                <a16:creationId xmlns:a16="http://schemas.microsoft.com/office/drawing/2014/main" id="{3113D983-DBA6-406D-8B49-3EA12EF06F28}"/>
              </a:ext>
            </a:extLst>
          </p:cNvPr>
          <p:cNvSpPr txBox="1"/>
          <p:nvPr/>
        </p:nvSpPr>
        <p:spPr>
          <a:xfrm>
            <a:off x="4546312" y="4543177"/>
            <a:ext cx="323637" cy="369332"/>
          </a:xfrm>
          <a:prstGeom prst="rect">
            <a:avLst/>
          </a:prstGeom>
          <a:noFill/>
        </p:spPr>
        <p:txBody>
          <a:bodyPr wrap="square" rtlCol="0">
            <a:spAutoFit/>
          </a:bodyPr>
          <a:lstStyle/>
          <a:p>
            <a:pPr algn="ctr"/>
            <a:r>
              <a:rPr lang="en-US"/>
              <a:t>Đ</a:t>
            </a:r>
          </a:p>
        </p:txBody>
      </p:sp>
      <p:sp>
        <p:nvSpPr>
          <p:cNvPr id="27" name="TextBox 26">
            <a:extLst>
              <a:ext uri="{FF2B5EF4-FFF2-40B4-BE49-F238E27FC236}">
                <a16:creationId xmlns:a16="http://schemas.microsoft.com/office/drawing/2014/main" id="{5ED2177C-C2B3-414B-B207-B331A68C3996}"/>
              </a:ext>
            </a:extLst>
          </p:cNvPr>
          <p:cNvSpPr txBox="1"/>
          <p:nvPr/>
        </p:nvSpPr>
        <p:spPr>
          <a:xfrm>
            <a:off x="3298860" y="3940794"/>
            <a:ext cx="323637" cy="369332"/>
          </a:xfrm>
          <a:prstGeom prst="rect">
            <a:avLst/>
          </a:prstGeom>
          <a:noFill/>
        </p:spPr>
        <p:txBody>
          <a:bodyPr wrap="square" rtlCol="0">
            <a:spAutoFit/>
          </a:bodyPr>
          <a:lstStyle/>
          <a:p>
            <a:pPr algn="ctr"/>
            <a:r>
              <a:rPr lang="en-US"/>
              <a:t>S</a:t>
            </a:r>
          </a:p>
        </p:txBody>
      </p:sp>
      <p:cxnSp>
        <p:nvCxnSpPr>
          <p:cNvPr id="29" name="Straight Arrow Connector 28">
            <a:extLst>
              <a:ext uri="{FF2B5EF4-FFF2-40B4-BE49-F238E27FC236}">
                <a16:creationId xmlns:a16="http://schemas.microsoft.com/office/drawing/2014/main" id="{8C9D8239-C7B1-4F56-AF57-F4C01743B695}"/>
              </a:ext>
            </a:extLst>
          </p:cNvPr>
          <p:cNvCxnSpPr>
            <a:cxnSpLocks/>
            <a:stCxn id="19" idx="1"/>
          </p:cNvCxnSpPr>
          <p:nvPr/>
        </p:nvCxnSpPr>
        <p:spPr bwMode="auto">
          <a:xfrm flipH="1">
            <a:off x="2705100" y="4310090"/>
            <a:ext cx="1010638" cy="0"/>
          </a:xfrm>
          <a:prstGeom prst="straightConnector1">
            <a:avLst/>
          </a:prstGeom>
          <a:solidFill>
            <a:schemeClr val="accent1"/>
          </a:solidFill>
          <a:ln w="19050" cap="flat" cmpd="sng" algn="ctr">
            <a:solidFill>
              <a:schemeClr val="tx1"/>
            </a:solidFill>
            <a:prstDash val="solid"/>
            <a:round/>
            <a:headEnd type="none" w="med" len="med"/>
            <a:tailEnd type="triangle"/>
          </a:ln>
          <a:effectLst/>
        </p:spPr>
      </p:cxnSp>
      <p:sp>
        <p:nvSpPr>
          <p:cNvPr id="31" name="TextBox 30">
            <a:extLst>
              <a:ext uri="{FF2B5EF4-FFF2-40B4-BE49-F238E27FC236}">
                <a16:creationId xmlns:a16="http://schemas.microsoft.com/office/drawing/2014/main" id="{F9BFDB8F-EB75-499D-A6CF-12F60544C9F0}"/>
              </a:ext>
            </a:extLst>
          </p:cNvPr>
          <p:cNvSpPr txBox="1"/>
          <p:nvPr/>
        </p:nvSpPr>
        <p:spPr>
          <a:xfrm>
            <a:off x="1214491" y="3940794"/>
            <a:ext cx="1602768" cy="646331"/>
          </a:xfrm>
          <a:prstGeom prst="rect">
            <a:avLst/>
          </a:prstGeom>
          <a:noFill/>
        </p:spPr>
        <p:txBody>
          <a:bodyPr wrap="square" rtlCol="0">
            <a:spAutoFit/>
          </a:bodyPr>
          <a:lstStyle/>
          <a:p>
            <a:pPr algn="ctr"/>
            <a:r>
              <a:rPr lang="en-US"/>
              <a:t>a := b;</a:t>
            </a:r>
          </a:p>
          <a:p>
            <a:pPr algn="ctr"/>
            <a:r>
              <a:rPr lang="en-US"/>
              <a:t>b := r;</a:t>
            </a:r>
          </a:p>
        </p:txBody>
      </p:sp>
      <p:sp>
        <p:nvSpPr>
          <p:cNvPr id="36" name="Freeform: Shape 35">
            <a:extLst>
              <a:ext uri="{FF2B5EF4-FFF2-40B4-BE49-F238E27FC236}">
                <a16:creationId xmlns:a16="http://schemas.microsoft.com/office/drawing/2014/main" id="{D3625CF7-FDBC-4B05-92CC-53BCC03DF6EE}"/>
              </a:ext>
            </a:extLst>
          </p:cNvPr>
          <p:cNvSpPr/>
          <p:nvPr/>
        </p:nvSpPr>
        <p:spPr bwMode="auto">
          <a:xfrm>
            <a:off x="2065106" y="3071973"/>
            <a:ext cx="2467509" cy="873303"/>
          </a:xfrm>
          <a:custGeom>
            <a:avLst/>
            <a:gdLst>
              <a:gd name="connsiteX0" fmla="*/ 0 w 2558265"/>
              <a:gd name="connsiteY0" fmla="*/ 986319 h 986319"/>
              <a:gd name="connsiteX1" fmla="*/ 0 w 2558265"/>
              <a:gd name="connsiteY1" fmla="*/ 0 h 986319"/>
              <a:gd name="connsiteX2" fmla="*/ 2558265 w 2558265"/>
              <a:gd name="connsiteY2" fmla="*/ 0 h 986319"/>
            </a:gdLst>
            <a:ahLst/>
            <a:cxnLst>
              <a:cxn ang="0">
                <a:pos x="connsiteX0" y="connsiteY0"/>
              </a:cxn>
              <a:cxn ang="0">
                <a:pos x="connsiteX1" y="connsiteY1"/>
              </a:cxn>
              <a:cxn ang="0">
                <a:pos x="connsiteX2" y="connsiteY2"/>
              </a:cxn>
            </a:cxnLst>
            <a:rect l="l" t="t" r="r" b="b"/>
            <a:pathLst>
              <a:path w="2558265" h="986319">
                <a:moveTo>
                  <a:pt x="0" y="986319"/>
                </a:moveTo>
                <a:lnTo>
                  <a:pt x="0" y="0"/>
                </a:lnTo>
                <a:lnTo>
                  <a:pt x="2558265" y="0"/>
                </a:lnTo>
              </a:path>
            </a:pathLst>
          </a:custGeom>
          <a:noFill/>
          <a:ln w="19050" cap="flat" cmpd="sng" algn="ctr">
            <a:solidFill>
              <a:schemeClr val="tx1"/>
            </a:solidFill>
            <a:prstDash val="solid"/>
            <a:round/>
            <a:headEnd type="none" w="med" len="med"/>
            <a:tailEnd type="triangle" w="med" len="med"/>
          </a:ln>
          <a:effectLst/>
        </p:spPr>
        <p:txBody>
          <a:bodyPr vert="horz" wrap="square" lIns="91440" tIns="45720" rIns="91440" bIns="45720" numCol="1" rtlCol="0" anchor="t" anchorCtr="0" compatLnSpc="1">
            <a:prstTxWarp prst="textNoShape">
              <a:avLst/>
            </a:prstTxWarp>
            <a:spAutoFit/>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cs typeface="Arial" charset="0"/>
            </a:endParaRPr>
          </a:p>
        </p:txBody>
      </p:sp>
    </p:spTree>
    <p:extLst>
      <p:ext uri="{BB962C8B-B14F-4D97-AF65-F5344CB8AC3E}">
        <p14:creationId xmlns:p14="http://schemas.microsoft.com/office/powerpoint/2010/main" val="188172347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quarter" idx="10"/>
          </p:nvPr>
        </p:nvSpPr>
        <p:spPr/>
        <p:txBody>
          <a:bodyPr/>
          <a:lstStyle/>
          <a:p>
            <a:pPr>
              <a:defRPr/>
            </a:pPr>
            <a:r>
              <a:rPr lang="en-US"/>
              <a:t>Ngô Công Thắng</a:t>
            </a:r>
          </a:p>
        </p:txBody>
      </p:sp>
      <p:sp>
        <p:nvSpPr>
          <p:cNvPr id="5" name="Footer Placeholder 4"/>
          <p:cNvSpPr>
            <a:spLocks noGrp="1"/>
          </p:cNvSpPr>
          <p:nvPr>
            <p:ph type="ftr" sz="quarter" idx="11"/>
          </p:nvPr>
        </p:nvSpPr>
        <p:spPr/>
        <p:txBody>
          <a:bodyPr/>
          <a:lstStyle/>
          <a:p>
            <a:pPr>
              <a:defRPr/>
            </a:pPr>
            <a:r>
              <a:rPr lang="en-US"/>
              <a:t>Bài giảng Cấu trúc dữ liệu và giải thuật  -  Chương 01</a:t>
            </a:r>
          </a:p>
        </p:txBody>
      </p:sp>
      <p:sp>
        <p:nvSpPr>
          <p:cNvPr id="6" name="Slide Number Placeholder 5"/>
          <p:cNvSpPr>
            <a:spLocks noGrp="1"/>
          </p:cNvSpPr>
          <p:nvPr>
            <p:ph type="sldNum" sz="quarter" idx="12"/>
          </p:nvPr>
        </p:nvSpPr>
        <p:spPr/>
        <p:txBody>
          <a:bodyPr/>
          <a:lstStyle/>
          <a:p>
            <a:pPr>
              <a:defRPr/>
            </a:pPr>
            <a:r>
              <a:rPr lang="en-US"/>
              <a:t>1.</a:t>
            </a:r>
            <a:fld id="{CA87C091-77BC-474E-B2BA-FF0981BD781B}" type="slidenum">
              <a:rPr lang="en-US"/>
              <a:pPr>
                <a:defRPr/>
              </a:pPr>
              <a:t>18</a:t>
            </a:fld>
            <a:endParaRPr lang="en-US"/>
          </a:p>
        </p:txBody>
      </p:sp>
      <p:sp>
        <p:nvSpPr>
          <p:cNvPr id="188418" name="Rectangle 2"/>
          <p:cNvSpPr>
            <a:spLocks noGrp="1" noChangeArrowheads="1"/>
          </p:cNvSpPr>
          <p:nvPr>
            <p:ph type="title"/>
          </p:nvPr>
        </p:nvSpPr>
        <p:spPr/>
        <p:txBody>
          <a:bodyPr/>
          <a:lstStyle/>
          <a:p>
            <a:pPr eaLnBrk="1" hangingPunct="1">
              <a:defRPr/>
            </a:pPr>
            <a:r>
              <a:rPr lang="en-US"/>
              <a:t>2.3. </a:t>
            </a:r>
            <a:r>
              <a:rPr lang="en-US" err="1"/>
              <a:t>Giả</a:t>
            </a:r>
            <a:r>
              <a:rPr lang="en-US"/>
              <a:t> </a:t>
            </a:r>
            <a:r>
              <a:rPr lang="en-US" err="1"/>
              <a:t>mã</a:t>
            </a:r>
            <a:endParaRPr lang="en-US"/>
          </a:p>
        </p:txBody>
      </p:sp>
      <p:sp>
        <p:nvSpPr>
          <p:cNvPr id="188419" name="Rectangle 3"/>
          <p:cNvSpPr>
            <a:spLocks noGrp="1" noChangeArrowheads="1"/>
          </p:cNvSpPr>
          <p:nvPr>
            <p:ph type="body" idx="1"/>
          </p:nvPr>
        </p:nvSpPr>
        <p:spPr/>
        <p:txBody>
          <a:bodyPr/>
          <a:lstStyle/>
          <a:p>
            <a:pPr eaLnBrk="1" hangingPunct="1">
              <a:defRPr/>
            </a:pPr>
            <a:r>
              <a:rPr lang="en-US"/>
              <a:t>Trong cách diễn đạt này ta sử dụng kết hợp ngôn ngữ tự nhiên của con người với một số từ khóa, cấu trúc lệnh mượn của ngôn ngữ lập trình bậc cao nào đó (</a:t>
            </a:r>
            <a:r>
              <a:rPr lang="en-US">
                <a:solidFill>
                  <a:srgbClr val="FFFF00"/>
                </a:solidFill>
              </a:rPr>
              <a:t>Pascal</a:t>
            </a:r>
            <a:r>
              <a:rPr lang="en-US"/>
              <a:t>) để diễn đạt giải thuật.</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quarter" idx="10"/>
          </p:nvPr>
        </p:nvSpPr>
        <p:spPr/>
        <p:txBody>
          <a:bodyPr/>
          <a:lstStyle/>
          <a:p>
            <a:pPr>
              <a:defRPr/>
            </a:pPr>
            <a:r>
              <a:rPr lang="en-US"/>
              <a:t>Ngô Công Thắng</a:t>
            </a:r>
          </a:p>
        </p:txBody>
      </p:sp>
      <p:sp>
        <p:nvSpPr>
          <p:cNvPr id="5" name="Footer Placeholder 4"/>
          <p:cNvSpPr>
            <a:spLocks noGrp="1"/>
          </p:cNvSpPr>
          <p:nvPr>
            <p:ph type="ftr" sz="quarter" idx="11"/>
          </p:nvPr>
        </p:nvSpPr>
        <p:spPr/>
        <p:txBody>
          <a:bodyPr/>
          <a:lstStyle/>
          <a:p>
            <a:pPr>
              <a:defRPr/>
            </a:pPr>
            <a:r>
              <a:rPr lang="en-US"/>
              <a:t>Bài giảng Cấu trúc dữ liệu và giải thuật  -  Chương 01</a:t>
            </a:r>
          </a:p>
        </p:txBody>
      </p:sp>
      <p:sp>
        <p:nvSpPr>
          <p:cNvPr id="6" name="Slide Number Placeholder 5"/>
          <p:cNvSpPr>
            <a:spLocks noGrp="1"/>
          </p:cNvSpPr>
          <p:nvPr>
            <p:ph type="sldNum" sz="quarter" idx="12"/>
          </p:nvPr>
        </p:nvSpPr>
        <p:spPr/>
        <p:txBody>
          <a:bodyPr/>
          <a:lstStyle/>
          <a:p>
            <a:pPr>
              <a:defRPr/>
            </a:pPr>
            <a:r>
              <a:rPr lang="en-US"/>
              <a:t>1.</a:t>
            </a:r>
            <a:fld id="{5FB1EF2A-7222-4A26-8463-FDA8F93235CD}" type="slidenum">
              <a:rPr lang="en-US"/>
              <a:pPr>
                <a:defRPr/>
              </a:pPr>
              <a:t>19</a:t>
            </a:fld>
            <a:endParaRPr lang="en-US"/>
          </a:p>
        </p:txBody>
      </p:sp>
      <p:sp>
        <p:nvSpPr>
          <p:cNvPr id="192514" name="Rectangle 2"/>
          <p:cNvSpPr>
            <a:spLocks noGrp="1" noChangeArrowheads="1"/>
          </p:cNvSpPr>
          <p:nvPr>
            <p:ph type="title"/>
          </p:nvPr>
        </p:nvSpPr>
        <p:spPr/>
        <p:txBody>
          <a:bodyPr/>
          <a:lstStyle/>
          <a:p>
            <a:pPr eaLnBrk="1" hangingPunct="1">
              <a:defRPr/>
            </a:pPr>
            <a:r>
              <a:rPr lang="en-US"/>
              <a:t>2.3.1. Quy định chung</a:t>
            </a:r>
          </a:p>
        </p:txBody>
      </p:sp>
      <p:sp>
        <p:nvSpPr>
          <p:cNvPr id="192515" name="Rectangle 3"/>
          <p:cNvSpPr>
            <a:spLocks noGrp="1" noChangeArrowheads="1"/>
          </p:cNvSpPr>
          <p:nvPr>
            <p:ph type="body" idx="1"/>
          </p:nvPr>
        </p:nvSpPr>
        <p:spPr/>
        <p:txBody>
          <a:bodyPr/>
          <a:lstStyle/>
          <a:p>
            <a:pPr eaLnBrk="1" hangingPunct="1">
              <a:defRPr/>
            </a:pPr>
            <a:r>
              <a:rPr lang="en-US"/>
              <a:t>Tên chương trình viết bằng chữ hoa, có thể thêm dấu gạch ngang và đặt sau từ Program</a:t>
            </a:r>
          </a:p>
          <a:p>
            <a:pPr eaLnBrk="1" hangingPunct="1">
              <a:defRPr/>
            </a:pPr>
            <a:r>
              <a:rPr lang="en-US"/>
              <a:t>Lời chú thích đặt giữa hai dấu ngoặc {….}. Lời chú thích được quy ước dùng tiếng Việt.</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quarter" idx="10"/>
          </p:nvPr>
        </p:nvSpPr>
        <p:spPr/>
        <p:txBody>
          <a:bodyPr/>
          <a:lstStyle/>
          <a:p>
            <a:pPr>
              <a:defRPr/>
            </a:pPr>
            <a:r>
              <a:rPr lang="en-US"/>
              <a:t>Ngô Công Thắng</a:t>
            </a:r>
          </a:p>
        </p:txBody>
      </p:sp>
      <p:sp>
        <p:nvSpPr>
          <p:cNvPr id="5" name="Footer Placeholder 4"/>
          <p:cNvSpPr>
            <a:spLocks noGrp="1"/>
          </p:cNvSpPr>
          <p:nvPr>
            <p:ph type="ftr" sz="quarter" idx="11"/>
          </p:nvPr>
        </p:nvSpPr>
        <p:spPr/>
        <p:txBody>
          <a:bodyPr/>
          <a:lstStyle/>
          <a:p>
            <a:pPr>
              <a:defRPr/>
            </a:pPr>
            <a:r>
              <a:rPr lang="en-US"/>
              <a:t>Bài giảng Cấu trúc dữ liệu và giải thuật  -  Chương 01</a:t>
            </a:r>
          </a:p>
        </p:txBody>
      </p:sp>
      <p:sp>
        <p:nvSpPr>
          <p:cNvPr id="6" name="Slide Number Placeholder 5"/>
          <p:cNvSpPr>
            <a:spLocks noGrp="1"/>
          </p:cNvSpPr>
          <p:nvPr>
            <p:ph type="sldNum" sz="quarter" idx="12"/>
          </p:nvPr>
        </p:nvSpPr>
        <p:spPr/>
        <p:txBody>
          <a:bodyPr/>
          <a:lstStyle/>
          <a:p>
            <a:pPr>
              <a:defRPr/>
            </a:pPr>
            <a:r>
              <a:rPr lang="en-US"/>
              <a:t>1.</a:t>
            </a:r>
            <a:fld id="{6B2F5262-D5F7-47ED-9CF9-B0B45C2AAED2}" type="slidenum">
              <a:rPr lang="en-US"/>
              <a:pPr>
                <a:defRPr/>
              </a:pPr>
              <a:t>20</a:t>
            </a:fld>
            <a:endParaRPr lang="en-US"/>
          </a:p>
        </p:txBody>
      </p:sp>
      <p:sp>
        <p:nvSpPr>
          <p:cNvPr id="189442" name="Rectangle 2"/>
          <p:cNvSpPr>
            <a:spLocks noGrp="1" noChangeArrowheads="1"/>
          </p:cNvSpPr>
          <p:nvPr>
            <p:ph type="title"/>
          </p:nvPr>
        </p:nvSpPr>
        <p:spPr/>
        <p:txBody>
          <a:bodyPr/>
          <a:lstStyle/>
          <a:p>
            <a:pPr eaLnBrk="1" hangingPunct="1">
              <a:defRPr/>
            </a:pPr>
            <a:r>
              <a:rPr lang="en-US"/>
              <a:t>2.2.2. Biểu thức</a:t>
            </a:r>
          </a:p>
        </p:txBody>
      </p:sp>
      <p:sp>
        <p:nvSpPr>
          <p:cNvPr id="189443" name="Rectangle 3"/>
          <p:cNvSpPr>
            <a:spLocks noGrp="1" noChangeArrowheads="1"/>
          </p:cNvSpPr>
          <p:nvPr>
            <p:ph type="body" idx="1"/>
          </p:nvPr>
        </p:nvSpPr>
        <p:spPr/>
        <p:txBody>
          <a:bodyPr/>
          <a:lstStyle/>
          <a:p>
            <a:pPr eaLnBrk="1" hangingPunct="1">
              <a:defRPr/>
            </a:pPr>
            <a:r>
              <a:rPr lang="en-US" sz="2800"/>
              <a:t>Các phép toán:</a:t>
            </a:r>
          </a:p>
          <a:p>
            <a:pPr lvl="1" eaLnBrk="1" hangingPunct="1">
              <a:defRPr/>
            </a:pPr>
            <a:r>
              <a:rPr lang="en-US" sz="2400"/>
              <a:t>Số học: +,  -, *, /, ^, DIV, MOD</a:t>
            </a:r>
          </a:p>
          <a:p>
            <a:pPr lvl="1" eaLnBrk="1" hangingPunct="1">
              <a:defRPr/>
            </a:pPr>
            <a:r>
              <a:rPr lang="en-US" sz="2400"/>
              <a:t>Quan hệ: &lt; , = , &gt; , </a:t>
            </a:r>
            <a:r>
              <a:rPr lang="en-US" sz="2400">
                <a:sym typeface="Symbol" pitchFamily="18" charset="2"/>
              </a:rPr>
              <a:t></a:t>
            </a:r>
            <a:r>
              <a:rPr lang="en-US" sz="2400"/>
              <a:t> , </a:t>
            </a:r>
            <a:r>
              <a:rPr lang="en-US" sz="2400">
                <a:sym typeface="Symbol" pitchFamily="18" charset="2"/>
              </a:rPr>
              <a:t></a:t>
            </a:r>
            <a:r>
              <a:rPr lang="en-US" sz="2400"/>
              <a:t>, </a:t>
            </a:r>
            <a:r>
              <a:rPr lang="en-US" sz="2400">
                <a:sym typeface="Symbol" pitchFamily="18" charset="2"/>
              </a:rPr>
              <a:t></a:t>
            </a:r>
            <a:endParaRPr lang="en-US" sz="2400"/>
          </a:p>
          <a:p>
            <a:pPr lvl="1" eaLnBrk="1" hangingPunct="1">
              <a:defRPr/>
            </a:pPr>
            <a:r>
              <a:rPr lang="en-US" sz="2400"/>
              <a:t>Logic: NOT, AND, OR, XOR</a:t>
            </a:r>
          </a:p>
          <a:p>
            <a:pPr lvl="1" eaLnBrk="1" hangingPunct="1">
              <a:defRPr/>
            </a:pPr>
            <a:r>
              <a:rPr lang="fr-FR" sz="2400"/>
              <a:t>Các giá trị Logic là True, False</a:t>
            </a:r>
            <a:endParaRPr lang="en-US" sz="2400"/>
          </a:p>
          <a:p>
            <a:pPr eaLnBrk="1" hangingPunct="1">
              <a:defRPr/>
            </a:pPr>
            <a:r>
              <a:rPr lang="fr-FR" sz="2800"/>
              <a:t>Tên biến là một dãy chữ cái, chữ số, dấu gạch nối ( _ ),  bắt đầu bằng chữ cái, độ dài không giới hạn.</a:t>
            </a:r>
          </a:p>
          <a:p>
            <a:pPr eaLnBrk="1" hangingPunct="1">
              <a:defRPr/>
            </a:pPr>
            <a:r>
              <a:rPr lang="en-US" sz="2800"/>
              <a:t>Biến chỉ số:  Tên[chỉ số]     Ví dụ :  a[i], b[i,j]</a:t>
            </a:r>
          </a:p>
          <a:p>
            <a:pPr eaLnBrk="1" hangingPunct="1">
              <a:defRPr/>
            </a:pPr>
            <a:r>
              <a:rPr lang="en-US" sz="2800"/>
              <a:t>Biểu thức tương tự như Pascal.</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quarter" idx="10"/>
          </p:nvPr>
        </p:nvSpPr>
        <p:spPr/>
        <p:txBody>
          <a:bodyPr/>
          <a:lstStyle/>
          <a:p>
            <a:pPr>
              <a:defRPr/>
            </a:pPr>
            <a:r>
              <a:rPr lang="en-US"/>
              <a:t>Ngô Công Thắng</a:t>
            </a:r>
          </a:p>
        </p:txBody>
      </p:sp>
      <p:sp>
        <p:nvSpPr>
          <p:cNvPr id="5" name="Footer Placeholder 4"/>
          <p:cNvSpPr>
            <a:spLocks noGrp="1"/>
          </p:cNvSpPr>
          <p:nvPr>
            <p:ph type="ftr" sz="quarter" idx="11"/>
          </p:nvPr>
        </p:nvSpPr>
        <p:spPr/>
        <p:txBody>
          <a:bodyPr/>
          <a:lstStyle/>
          <a:p>
            <a:pPr>
              <a:defRPr/>
            </a:pPr>
            <a:r>
              <a:rPr lang="en-US"/>
              <a:t>Bài giảng Cấu trúc dữ liệu và giải thuật  -  Chương 01</a:t>
            </a:r>
          </a:p>
        </p:txBody>
      </p:sp>
      <p:sp>
        <p:nvSpPr>
          <p:cNvPr id="6" name="Slide Number Placeholder 5"/>
          <p:cNvSpPr>
            <a:spLocks noGrp="1"/>
          </p:cNvSpPr>
          <p:nvPr>
            <p:ph type="sldNum" sz="quarter" idx="12"/>
          </p:nvPr>
        </p:nvSpPr>
        <p:spPr/>
        <p:txBody>
          <a:bodyPr/>
          <a:lstStyle/>
          <a:p>
            <a:pPr>
              <a:defRPr/>
            </a:pPr>
            <a:r>
              <a:rPr lang="en-US"/>
              <a:t>1.</a:t>
            </a:r>
            <a:fld id="{A268ABE3-DFBD-4BB1-AD77-D0E7D5DB29A6}" type="slidenum">
              <a:rPr lang="en-US"/>
              <a:pPr>
                <a:defRPr/>
              </a:pPr>
              <a:t>21</a:t>
            </a:fld>
            <a:endParaRPr lang="en-US"/>
          </a:p>
        </p:txBody>
      </p:sp>
      <p:sp>
        <p:nvSpPr>
          <p:cNvPr id="191490" name="Rectangle 2"/>
          <p:cNvSpPr>
            <a:spLocks noGrp="1" noChangeArrowheads="1"/>
          </p:cNvSpPr>
          <p:nvPr>
            <p:ph type="title"/>
          </p:nvPr>
        </p:nvSpPr>
        <p:spPr/>
        <p:txBody>
          <a:bodyPr/>
          <a:lstStyle/>
          <a:p>
            <a:pPr eaLnBrk="1" hangingPunct="1">
              <a:defRPr/>
            </a:pPr>
            <a:r>
              <a:rPr lang="en-US"/>
              <a:t>2.2.3. Câu lệnh</a:t>
            </a:r>
          </a:p>
        </p:txBody>
      </p:sp>
      <p:sp>
        <p:nvSpPr>
          <p:cNvPr id="191491" name="Rectangle 3"/>
          <p:cNvSpPr>
            <a:spLocks noGrp="1" noChangeArrowheads="1"/>
          </p:cNvSpPr>
          <p:nvPr>
            <p:ph type="body" idx="1"/>
          </p:nvPr>
        </p:nvSpPr>
        <p:spPr>
          <a:xfrm>
            <a:off x="457200" y="1385888"/>
            <a:ext cx="8229600" cy="5137150"/>
          </a:xfrm>
        </p:spPr>
        <p:txBody>
          <a:bodyPr/>
          <a:lstStyle/>
          <a:p>
            <a:pPr eaLnBrk="1" hangingPunct="1">
              <a:lnSpc>
                <a:spcPct val="80000"/>
              </a:lnSpc>
              <a:defRPr/>
            </a:pPr>
            <a:r>
              <a:rPr lang="en-US" sz="2800"/>
              <a:t>Các câu lệnh thể hiện các thao tác, công việc cần thực hiện. Các câu lệnh được viết viết cách nhau bởi dấu ;</a:t>
            </a:r>
          </a:p>
          <a:p>
            <a:pPr eaLnBrk="1" hangingPunct="1">
              <a:lnSpc>
                <a:spcPct val="80000"/>
              </a:lnSpc>
              <a:defRPr/>
            </a:pPr>
            <a:r>
              <a:rPr lang="en-US" sz="2800"/>
              <a:t>Phép toán gán được ký hiệu bởi dấu := hoặc </a:t>
            </a:r>
            <a:r>
              <a:rPr lang="en-US" sz="2800">
                <a:sym typeface="Symbol" pitchFamily="18" charset="2"/>
              </a:rPr>
              <a:t></a:t>
            </a:r>
          </a:p>
          <a:p>
            <a:pPr eaLnBrk="1" hangingPunct="1">
              <a:lnSpc>
                <a:spcPct val="80000"/>
              </a:lnSpc>
              <a:defRPr/>
            </a:pPr>
            <a:r>
              <a:rPr lang="en-US" sz="2800">
                <a:sym typeface="Symbol" pitchFamily="18" charset="2"/>
              </a:rPr>
              <a:t>Phép hoán đổi giá trị được ký hiệu bởi dấu :=: hoặc </a:t>
            </a:r>
          </a:p>
          <a:p>
            <a:pPr eaLnBrk="1" hangingPunct="1">
              <a:lnSpc>
                <a:spcPct val="80000"/>
              </a:lnSpc>
              <a:defRPr/>
            </a:pPr>
            <a:r>
              <a:rPr lang="en-US" sz="2800">
                <a:sym typeface="Symbol" pitchFamily="18" charset="2"/>
              </a:rPr>
              <a:t>Cấu trúc tuần tự: Liệt kê các công việc, các thao tác theo thứ tự. Để cho việc theo dõi được thuận tiện có thể đánh thêm thứ tự 1), 2), 3)… hoặc a), b), c)…</a:t>
            </a:r>
          </a:p>
          <a:p>
            <a:pPr eaLnBrk="1" hangingPunct="1">
              <a:lnSpc>
                <a:spcPct val="80000"/>
              </a:lnSpc>
              <a:defRPr/>
            </a:pPr>
            <a:r>
              <a:rPr lang="en-US" sz="2800">
                <a:sym typeface="Symbol" pitchFamily="18" charset="2"/>
              </a:rPr>
              <a:t>Câu lệnh ghép:</a:t>
            </a:r>
          </a:p>
          <a:p>
            <a:pPr eaLnBrk="1" hangingPunct="1">
              <a:lnSpc>
                <a:spcPct val="80000"/>
              </a:lnSpc>
              <a:buFont typeface="Wingdings" pitchFamily="2" charset="2"/>
              <a:buNone/>
              <a:defRPr/>
            </a:pPr>
            <a:r>
              <a:rPr lang="en-US" sz="2800">
                <a:sym typeface="Symbol" pitchFamily="18" charset="2"/>
              </a:rPr>
              <a:t>		Begin  s1; s2; ... ; sn; end</a:t>
            </a:r>
            <a:endParaRPr lang="fr-FR" sz="2800">
              <a:sym typeface="Symbol" pitchFamily="18" charset="2"/>
            </a:endParaRPr>
          </a:p>
          <a:p>
            <a:pPr eaLnBrk="1" hangingPunct="1">
              <a:lnSpc>
                <a:spcPct val="80000"/>
              </a:lnSpc>
              <a:buFont typeface="Wingdings" pitchFamily="2" charset="2"/>
              <a:buNone/>
              <a:defRPr/>
            </a:pPr>
            <a:r>
              <a:rPr lang="fr-FR" sz="2800">
                <a:sym typeface="Symbol" pitchFamily="18" charset="2"/>
              </a:rPr>
              <a:t>		Trong đó si là câu lệnh i</a:t>
            </a:r>
            <a:endParaRPr lang="en-US" sz="2800">
              <a:sym typeface="Symbol" pitchFamily="18" charset="2"/>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quarter" idx="10"/>
          </p:nvPr>
        </p:nvSpPr>
        <p:spPr/>
        <p:txBody>
          <a:bodyPr/>
          <a:lstStyle/>
          <a:p>
            <a:pPr>
              <a:defRPr/>
            </a:pPr>
            <a:r>
              <a:rPr lang="en-US"/>
              <a:t>Ngô Công Thắng</a:t>
            </a:r>
          </a:p>
        </p:txBody>
      </p:sp>
      <p:sp>
        <p:nvSpPr>
          <p:cNvPr id="5" name="Footer Placeholder 4"/>
          <p:cNvSpPr>
            <a:spLocks noGrp="1"/>
          </p:cNvSpPr>
          <p:nvPr>
            <p:ph type="ftr" sz="quarter" idx="11"/>
          </p:nvPr>
        </p:nvSpPr>
        <p:spPr/>
        <p:txBody>
          <a:bodyPr/>
          <a:lstStyle/>
          <a:p>
            <a:pPr>
              <a:defRPr/>
            </a:pPr>
            <a:r>
              <a:rPr lang="en-US"/>
              <a:t>Bài giảng Cấu trúc dữ liệu và giải thuật  -  Chương 01</a:t>
            </a:r>
          </a:p>
        </p:txBody>
      </p:sp>
      <p:sp>
        <p:nvSpPr>
          <p:cNvPr id="6" name="Slide Number Placeholder 5"/>
          <p:cNvSpPr>
            <a:spLocks noGrp="1"/>
          </p:cNvSpPr>
          <p:nvPr>
            <p:ph type="sldNum" sz="quarter" idx="12"/>
          </p:nvPr>
        </p:nvSpPr>
        <p:spPr/>
        <p:txBody>
          <a:bodyPr/>
          <a:lstStyle/>
          <a:p>
            <a:pPr>
              <a:defRPr/>
            </a:pPr>
            <a:r>
              <a:rPr lang="en-US"/>
              <a:t>1.</a:t>
            </a:r>
            <a:fld id="{C623A540-2D6A-483A-AE98-48F123928899}" type="slidenum">
              <a:rPr lang="en-US"/>
              <a:pPr>
                <a:defRPr/>
              </a:pPr>
              <a:t>22</a:t>
            </a:fld>
            <a:endParaRPr lang="en-US"/>
          </a:p>
        </p:txBody>
      </p:sp>
      <p:sp>
        <p:nvSpPr>
          <p:cNvPr id="193538" name="Rectangle 2"/>
          <p:cNvSpPr>
            <a:spLocks noGrp="1" noChangeArrowheads="1"/>
          </p:cNvSpPr>
          <p:nvPr>
            <p:ph type="title"/>
          </p:nvPr>
        </p:nvSpPr>
        <p:spPr/>
        <p:txBody>
          <a:bodyPr/>
          <a:lstStyle/>
          <a:p>
            <a:pPr eaLnBrk="1" hangingPunct="1">
              <a:defRPr/>
            </a:pPr>
            <a:r>
              <a:rPr lang="en-US"/>
              <a:t>2.2.3. Câu lệnh</a:t>
            </a:r>
          </a:p>
        </p:txBody>
      </p:sp>
      <p:sp>
        <p:nvSpPr>
          <p:cNvPr id="193539" name="Rectangle 3"/>
          <p:cNvSpPr>
            <a:spLocks noGrp="1" noChangeArrowheads="1"/>
          </p:cNvSpPr>
          <p:nvPr>
            <p:ph type="body" idx="1"/>
          </p:nvPr>
        </p:nvSpPr>
        <p:spPr/>
        <p:txBody>
          <a:bodyPr/>
          <a:lstStyle/>
          <a:p>
            <a:pPr eaLnBrk="1" hangingPunct="1">
              <a:lnSpc>
                <a:spcPct val="80000"/>
              </a:lnSpc>
              <a:defRPr/>
            </a:pPr>
            <a:r>
              <a:rPr lang="fr-FR" sz="5400">
                <a:sym typeface="Symbol" pitchFamily="18" charset="2"/>
              </a:rPr>
              <a:t>Câu lệnh điều kiện</a:t>
            </a:r>
            <a:r>
              <a:rPr lang="en-US" sz="5400">
                <a:sym typeface="Symbol" pitchFamily="18" charset="2"/>
              </a:rPr>
              <a:t>:</a:t>
            </a:r>
          </a:p>
          <a:p>
            <a:pPr lvl="1" eaLnBrk="1" hangingPunct="1">
              <a:lnSpc>
                <a:spcPct val="80000"/>
              </a:lnSpc>
              <a:defRPr/>
            </a:pPr>
            <a:r>
              <a:rPr lang="en-US" sz="4800">
                <a:sym typeface="Symbol" pitchFamily="18" charset="2"/>
              </a:rPr>
              <a:t>if  B then  S;</a:t>
            </a:r>
          </a:p>
          <a:p>
            <a:pPr lvl="1" eaLnBrk="1" hangingPunct="1">
              <a:lnSpc>
                <a:spcPct val="80000"/>
              </a:lnSpc>
              <a:defRPr/>
            </a:pPr>
            <a:r>
              <a:rPr lang="en-US" sz="4800">
                <a:sym typeface="Symbol" pitchFamily="18" charset="2"/>
              </a:rPr>
              <a:t>if  B  then S1  else  S2;</a:t>
            </a:r>
          </a:p>
          <a:p>
            <a:pPr lvl="1" eaLnBrk="1" hangingPunct="1">
              <a:lnSpc>
                <a:spcPct val="80000"/>
              </a:lnSpc>
              <a:buFont typeface="Wingdings" pitchFamily="2" charset="2"/>
              <a:buNone/>
              <a:defRPr/>
            </a:pPr>
            <a:r>
              <a:rPr lang="en-US" sz="4800">
                <a:sym typeface="Symbol" pitchFamily="18" charset="2"/>
              </a:rPr>
              <a:t>trong đó B là biểu thức logic, S là câu lệnh.</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quarter" idx="10"/>
          </p:nvPr>
        </p:nvSpPr>
        <p:spPr/>
        <p:txBody>
          <a:bodyPr/>
          <a:lstStyle/>
          <a:p>
            <a:pPr>
              <a:defRPr/>
            </a:pPr>
            <a:r>
              <a:rPr lang="en-US"/>
              <a:t>Ngô Công Thắng</a:t>
            </a:r>
          </a:p>
        </p:txBody>
      </p:sp>
      <p:sp>
        <p:nvSpPr>
          <p:cNvPr id="5" name="Footer Placeholder 4"/>
          <p:cNvSpPr>
            <a:spLocks noGrp="1"/>
          </p:cNvSpPr>
          <p:nvPr>
            <p:ph type="ftr" sz="quarter" idx="11"/>
          </p:nvPr>
        </p:nvSpPr>
        <p:spPr/>
        <p:txBody>
          <a:bodyPr/>
          <a:lstStyle/>
          <a:p>
            <a:pPr>
              <a:defRPr/>
            </a:pPr>
            <a:r>
              <a:rPr lang="en-US"/>
              <a:t>Bài giảng Cấu trúc dữ liệu và giải thuật  -  Chương 01</a:t>
            </a:r>
          </a:p>
        </p:txBody>
      </p:sp>
      <p:sp>
        <p:nvSpPr>
          <p:cNvPr id="6" name="Slide Number Placeholder 5"/>
          <p:cNvSpPr>
            <a:spLocks noGrp="1"/>
          </p:cNvSpPr>
          <p:nvPr>
            <p:ph type="sldNum" sz="quarter" idx="12"/>
          </p:nvPr>
        </p:nvSpPr>
        <p:spPr/>
        <p:txBody>
          <a:bodyPr/>
          <a:lstStyle/>
          <a:p>
            <a:pPr>
              <a:defRPr/>
            </a:pPr>
            <a:r>
              <a:rPr lang="en-US"/>
              <a:t>1.</a:t>
            </a:r>
            <a:fld id="{709500FA-9CD2-4515-B2E7-1893DDA1861C}" type="slidenum">
              <a:rPr lang="en-US"/>
              <a:pPr>
                <a:defRPr/>
              </a:pPr>
              <a:t>23</a:t>
            </a:fld>
            <a:endParaRPr lang="en-US"/>
          </a:p>
        </p:txBody>
      </p:sp>
      <p:sp>
        <p:nvSpPr>
          <p:cNvPr id="193538" name="Rectangle 2"/>
          <p:cNvSpPr>
            <a:spLocks noGrp="1" noChangeArrowheads="1"/>
          </p:cNvSpPr>
          <p:nvPr>
            <p:ph type="title"/>
          </p:nvPr>
        </p:nvSpPr>
        <p:spPr/>
        <p:txBody>
          <a:bodyPr/>
          <a:lstStyle/>
          <a:p>
            <a:pPr eaLnBrk="1" hangingPunct="1">
              <a:defRPr/>
            </a:pPr>
            <a:r>
              <a:rPr lang="en-US"/>
              <a:t>2.2.3. Câu lệnh</a:t>
            </a:r>
          </a:p>
        </p:txBody>
      </p:sp>
      <p:sp>
        <p:nvSpPr>
          <p:cNvPr id="193539" name="Rectangle 3"/>
          <p:cNvSpPr>
            <a:spLocks noGrp="1" noChangeArrowheads="1"/>
          </p:cNvSpPr>
          <p:nvPr>
            <p:ph type="body" idx="1"/>
          </p:nvPr>
        </p:nvSpPr>
        <p:spPr/>
        <p:txBody>
          <a:bodyPr/>
          <a:lstStyle/>
          <a:p>
            <a:pPr eaLnBrk="1" hangingPunct="1">
              <a:lnSpc>
                <a:spcPct val="80000"/>
              </a:lnSpc>
              <a:defRPr/>
            </a:pPr>
            <a:r>
              <a:rPr lang="en-US">
                <a:sym typeface="Symbol" pitchFamily="18" charset="2"/>
              </a:rPr>
              <a:t>Câu lệnh lựa chọn:</a:t>
            </a:r>
          </a:p>
          <a:p>
            <a:pPr lvl="1" eaLnBrk="1" hangingPunct="1">
              <a:lnSpc>
                <a:spcPct val="80000"/>
              </a:lnSpc>
              <a:buFont typeface="Wingdings" pitchFamily="2" charset="2"/>
              <a:buNone/>
              <a:defRPr/>
            </a:pPr>
            <a:r>
              <a:rPr lang="en-US">
                <a:sym typeface="Symbol" pitchFamily="18" charset="2"/>
              </a:rPr>
              <a:t>	CASE</a:t>
            </a:r>
          </a:p>
          <a:p>
            <a:pPr lvl="1" eaLnBrk="1" hangingPunct="1">
              <a:lnSpc>
                <a:spcPct val="80000"/>
              </a:lnSpc>
              <a:buFont typeface="Wingdings" pitchFamily="2" charset="2"/>
              <a:buNone/>
              <a:defRPr/>
            </a:pPr>
            <a:r>
              <a:rPr lang="en-US">
                <a:sym typeface="Symbol" pitchFamily="18" charset="2"/>
              </a:rPr>
              <a:t>		  B1: S1;</a:t>
            </a:r>
          </a:p>
          <a:p>
            <a:pPr lvl="1" eaLnBrk="1" hangingPunct="1">
              <a:lnSpc>
                <a:spcPct val="80000"/>
              </a:lnSpc>
              <a:buFont typeface="Wingdings" pitchFamily="2" charset="2"/>
              <a:buNone/>
              <a:defRPr/>
            </a:pPr>
            <a:r>
              <a:rPr lang="en-US">
                <a:sym typeface="Symbol" pitchFamily="18" charset="2"/>
              </a:rPr>
              <a:t>		  B2: S2;</a:t>
            </a:r>
          </a:p>
          <a:p>
            <a:pPr lvl="1" eaLnBrk="1" hangingPunct="1">
              <a:lnSpc>
                <a:spcPct val="80000"/>
              </a:lnSpc>
              <a:buFont typeface="Wingdings" pitchFamily="2" charset="2"/>
              <a:buNone/>
              <a:defRPr/>
            </a:pPr>
            <a:r>
              <a:rPr lang="en-US">
                <a:sym typeface="Symbol" pitchFamily="18" charset="2"/>
              </a:rPr>
              <a:t>		  . . .</a:t>
            </a:r>
          </a:p>
          <a:p>
            <a:pPr lvl="1" eaLnBrk="1" hangingPunct="1">
              <a:lnSpc>
                <a:spcPct val="80000"/>
              </a:lnSpc>
              <a:buFont typeface="Wingdings" pitchFamily="2" charset="2"/>
              <a:buNone/>
              <a:defRPr/>
            </a:pPr>
            <a:r>
              <a:rPr lang="en-US">
                <a:sym typeface="Symbol" pitchFamily="18" charset="2"/>
              </a:rPr>
              <a:t>		  Bn: Sn;</a:t>
            </a:r>
          </a:p>
          <a:p>
            <a:pPr lvl="1" eaLnBrk="1" hangingPunct="1">
              <a:lnSpc>
                <a:spcPct val="80000"/>
              </a:lnSpc>
              <a:buFont typeface="Wingdings" pitchFamily="2" charset="2"/>
              <a:buNone/>
              <a:defRPr/>
            </a:pPr>
            <a:r>
              <a:rPr lang="en-US">
                <a:sym typeface="Symbol" pitchFamily="18" charset="2"/>
              </a:rPr>
              <a:t>	    ELSE  Sn+1;</a:t>
            </a:r>
          </a:p>
          <a:p>
            <a:pPr lvl="1" eaLnBrk="1" hangingPunct="1">
              <a:lnSpc>
                <a:spcPct val="80000"/>
              </a:lnSpc>
              <a:buFont typeface="Wingdings" pitchFamily="2" charset="2"/>
              <a:buNone/>
              <a:defRPr/>
            </a:pPr>
            <a:r>
              <a:rPr lang="en-US">
                <a:sym typeface="Symbol" pitchFamily="18" charset="2"/>
              </a:rPr>
              <a:t>	END CASE</a:t>
            </a:r>
          </a:p>
          <a:p>
            <a:pPr lvl="1" eaLnBrk="1" hangingPunct="1">
              <a:lnSpc>
                <a:spcPct val="80000"/>
              </a:lnSpc>
              <a:buFont typeface="Wingdings" pitchFamily="2" charset="2"/>
              <a:buNone/>
              <a:defRPr/>
            </a:pPr>
            <a:r>
              <a:rPr lang="en-US">
                <a:sym typeface="Symbol" pitchFamily="18" charset="2"/>
              </a:rPr>
              <a:t>Với Bi (i=1, 2,…, n) là các điều kiện</a:t>
            </a:r>
          </a:p>
          <a:p>
            <a:pPr lvl="1" eaLnBrk="1" hangingPunct="1">
              <a:lnSpc>
                <a:spcPct val="80000"/>
              </a:lnSpc>
              <a:buFont typeface="Wingdings" pitchFamily="2" charset="2"/>
              <a:buNone/>
              <a:defRPr/>
            </a:pPr>
            <a:r>
              <a:rPr lang="en-US">
                <a:sym typeface="Symbol" pitchFamily="18" charset="2"/>
              </a:rPr>
              <a:t>       Si (i=1, 2,…, n) là các câu lệnh</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quarter" idx="10"/>
          </p:nvPr>
        </p:nvSpPr>
        <p:spPr/>
        <p:txBody>
          <a:bodyPr/>
          <a:lstStyle/>
          <a:p>
            <a:pPr>
              <a:defRPr/>
            </a:pPr>
            <a:r>
              <a:rPr lang="en-US"/>
              <a:t>Ngô Công Thắng</a:t>
            </a:r>
          </a:p>
        </p:txBody>
      </p:sp>
      <p:sp>
        <p:nvSpPr>
          <p:cNvPr id="5" name="Footer Placeholder 4"/>
          <p:cNvSpPr>
            <a:spLocks noGrp="1"/>
          </p:cNvSpPr>
          <p:nvPr>
            <p:ph type="ftr" sz="quarter" idx="11"/>
          </p:nvPr>
        </p:nvSpPr>
        <p:spPr/>
        <p:txBody>
          <a:bodyPr/>
          <a:lstStyle/>
          <a:p>
            <a:pPr>
              <a:defRPr/>
            </a:pPr>
            <a:r>
              <a:rPr lang="en-US"/>
              <a:t>Bài giảng Cấu trúc dữ liệu và giải thuật  -  Chương 01</a:t>
            </a:r>
          </a:p>
        </p:txBody>
      </p:sp>
      <p:sp>
        <p:nvSpPr>
          <p:cNvPr id="6" name="Slide Number Placeholder 5"/>
          <p:cNvSpPr>
            <a:spLocks noGrp="1"/>
          </p:cNvSpPr>
          <p:nvPr>
            <p:ph type="sldNum" sz="quarter" idx="12"/>
          </p:nvPr>
        </p:nvSpPr>
        <p:spPr/>
        <p:txBody>
          <a:bodyPr/>
          <a:lstStyle/>
          <a:p>
            <a:pPr>
              <a:defRPr/>
            </a:pPr>
            <a:r>
              <a:rPr lang="en-US"/>
              <a:t>1.</a:t>
            </a:r>
            <a:fld id="{4D0D5826-FCCC-408E-A911-EC0929993E92}" type="slidenum">
              <a:rPr lang="en-US"/>
              <a:pPr>
                <a:defRPr/>
              </a:pPr>
              <a:t>24</a:t>
            </a:fld>
            <a:endParaRPr lang="en-US"/>
          </a:p>
        </p:txBody>
      </p:sp>
      <p:sp>
        <p:nvSpPr>
          <p:cNvPr id="194562" name="Rectangle 2"/>
          <p:cNvSpPr>
            <a:spLocks noGrp="1" noChangeArrowheads="1"/>
          </p:cNvSpPr>
          <p:nvPr>
            <p:ph type="title"/>
          </p:nvPr>
        </p:nvSpPr>
        <p:spPr/>
        <p:txBody>
          <a:bodyPr/>
          <a:lstStyle/>
          <a:p>
            <a:pPr eaLnBrk="1" hangingPunct="1">
              <a:defRPr/>
            </a:pPr>
            <a:r>
              <a:rPr lang="en-US"/>
              <a:t>2.2.3. Câu lệnh</a:t>
            </a:r>
          </a:p>
        </p:txBody>
      </p:sp>
      <p:sp>
        <p:nvSpPr>
          <p:cNvPr id="194563" name="Rectangle 3"/>
          <p:cNvSpPr>
            <a:spLocks noGrp="1" noChangeArrowheads="1"/>
          </p:cNvSpPr>
          <p:nvPr>
            <p:ph type="body" idx="1"/>
          </p:nvPr>
        </p:nvSpPr>
        <p:spPr/>
        <p:txBody>
          <a:bodyPr/>
          <a:lstStyle/>
          <a:p>
            <a:pPr eaLnBrk="1" hangingPunct="1">
              <a:defRPr/>
            </a:pPr>
            <a:r>
              <a:rPr lang="en-US" sz="4000">
                <a:sym typeface="Symbol" pitchFamily="18" charset="2"/>
              </a:rPr>
              <a:t>Câu lệnh lặp:</a:t>
            </a:r>
          </a:p>
          <a:p>
            <a:pPr lvl="1" eaLnBrk="1" hangingPunct="1">
              <a:defRPr/>
            </a:pPr>
            <a:r>
              <a:rPr lang="en-US" sz="3600">
                <a:sym typeface="Symbol" pitchFamily="18" charset="2"/>
              </a:rPr>
              <a:t>Lặp với số lần lặp biết trước:</a:t>
            </a:r>
          </a:p>
          <a:p>
            <a:pPr lvl="1" eaLnBrk="1" hangingPunct="1">
              <a:buFont typeface="Wingdings" pitchFamily="2" charset="2"/>
              <a:buNone/>
              <a:defRPr/>
            </a:pPr>
            <a:r>
              <a:rPr lang="en-US" sz="3600">
                <a:sym typeface="Symbol" pitchFamily="18" charset="2"/>
              </a:rPr>
              <a:t>		FOR i:=m TO n  DO  S;</a:t>
            </a:r>
          </a:p>
          <a:p>
            <a:pPr lvl="1" eaLnBrk="1" hangingPunct="1">
              <a:buFont typeface="Wingdings" pitchFamily="2" charset="2"/>
              <a:buNone/>
              <a:defRPr/>
            </a:pPr>
            <a:r>
              <a:rPr lang="en-US" sz="3600">
                <a:sym typeface="Symbol" pitchFamily="18" charset="2"/>
              </a:rPr>
              <a:t>		FOR i:= n  DOWNTO  m  DO  S;</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quarter" idx="10"/>
          </p:nvPr>
        </p:nvSpPr>
        <p:spPr/>
        <p:txBody>
          <a:bodyPr/>
          <a:lstStyle/>
          <a:p>
            <a:pPr>
              <a:defRPr/>
            </a:pPr>
            <a:r>
              <a:rPr lang="en-US"/>
              <a:t>Ngô Công Thắng</a:t>
            </a:r>
          </a:p>
        </p:txBody>
      </p:sp>
      <p:sp>
        <p:nvSpPr>
          <p:cNvPr id="5" name="Footer Placeholder 4"/>
          <p:cNvSpPr>
            <a:spLocks noGrp="1"/>
          </p:cNvSpPr>
          <p:nvPr>
            <p:ph type="ftr" sz="quarter" idx="11"/>
          </p:nvPr>
        </p:nvSpPr>
        <p:spPr/>
        <p:txBody>
          <a:bodyPr/>
          <a:lstStyle/>
          <a:p>
            <a:pPr>
              <a:defRPr/>
            </a:pPr>
            <a:r>
              <a:rPr lang="en-US"/>
              <a:t>Bài giảng Cấu trúc dữ liệu và giải thuật  -  Chương 01</a:t>
            </a:r>
          </a:p>
        </p:txBody>
      </p:sp>
      <p:sp>
        <p:nvSpPr>
          <p:cNvPr id="6" name="Slide Number Placeholder 5"/>
          <p:cNvSpPr>
            <a:spLocks noGrp="1"/>
          </p:cNvSpPr>
          <p:nvPr>
            <p:ph type="sldNum" sz="quarter" idx="12"/>
          </p:nvPr>
        </p:nvSpPr>
        <p:spPr/>
        <p:txBody>
          <a:bodyPr/>
          <a:lstStyle/>
          <a:p>
            <a:pPr>
              <a:defRPr/>
            </a:pPr>
            <a:r>
              <a:rPr lang="en-US"/>
              <a:t>1.</a:t>
            </a:r>
            <a:fld id="{21EB29F5-0896-46A8-BFE5-59645A5E3C40}" type="slidenum">
              <a:rPr lang="en-US"/>
              <a:pPr>
                <a:defRPr/>
              </a:pPr>
              <a:t>25</a:t>
            </a:fld>
            <a:endParaRPr lang="en-US"/>
          </a:p>
        </p:txBody>
      </p:sp>
      <p:sp>
        <p:nvSpPr>
          <p:cNvPr id="194562" name="Rectangle 2"/>
          <p:cNvSpPr>
            <a:spLocks noGrp="1" noChangeArrowheads="1"/>
          </p:cNvSpPr>
          <p:nvPr>
            <p:ph type="title"/>
          </p:nvPr>
        </p:nvSpPr>
        <p:spPr/>
        <p:txBody>
          <a:bodyPr/>
          <a:lstStyle/>
          <a:p>
            <a:pPr eaLnBrk="1" hangingPunct="1">
              <a:defRPr/>
            </a:pPr>
            <a:r>
              <a:rPr lang="en-US"/>
              <a:t>2.2.3. Câu lệnh</a:t>
            </a:r>
          </a:p>
        </p:txBody>
      </p:sp>
      <p:sp>
        <p:nvSpPr>
          <p:cNvPr id="194563" name="Rectangle 3"/>
          <p:cNvSpPr>
            <a:spLocks noGrp="1" noChangeArrowheads="1"/>
          </p:cNvSpPr>
          <p:nvPr>
            <p:ph type="body" idx="1"/>
          </p:nvPr>
        </p:nvSpPr>
        <p:spPr/>
        <p:txBody>
          <a:bodyPr/>
          <a:lstStyle/>
          <a:p>
            <a:pPr marL="457200" lvl="1" indent="0" eaLnBrk="1" hangingPunct="1">
              <a:buFont typeface="Wingdings" pitchFamily="2" charset="2"/>
              <a:buNone/>
              <a:defRPr/>
            </a:pPr>
            <a:r>
              <a:rPr lang="en-US" sz="3600">
                <a:sym typeface="Symbol" pitchFamily="18" charset="2"/>
              </a:rPr>
              <a:t>Lặp với số lần lặp không biết trước:</a:t>
            </a:r>
          </a:p>
          <a:p>
            <a:pPr lvl="2" eaLnBrk="1" hangingPunct="1">
              <a:defRPr/>
            </a:pPr>
            <a:r>
              <a:rPr lang="en-US" sz="3200">
                <a:sym typeface="Symbol" pitchFamily="18" charset="2"/>
              </a:rPr>
              <a:t>Kiểm tra điều kiện trước:</a:t>
            </a:r>
          </a:p>
          <a:p>
            <a:pPr marL="914400" lvl="2" indent="0" eaLnBrk="1" hangingPunct="1">
              <a:buFont typeface="Wingdings" pitchFamily="2" charset="2"/>
              <a:buNone/>
              <a:defRPr/>
            </a:pPr>
            <a:r>
              <a:rPr lang="en-US" sz="3200">
                <a:sym typeface="Symbol" pitchFamily="18" charset="2"/>
              </a:rPr>
              <a:t> WHILE  B  DO  S;</a:t>
            </a:r>
          </a:p>
          <a:p>
            <a:pPr lvl="2" eaLnBrk="1" hangingPunct="1">
              <a:defRPr/>
            </a:pPr>
            <a:r>
              <a:rPr lang="en-US" sz="3200">
                <a:sym typeface="Symbol" pitchFamily="18" charset="2"/>
              </a:rPr>
              <a:t>Kiểm tra điều kiện sau: </a:t>
            </a:r>
          </a:p>
          <a:p>
            <a:pPr marL="914400" lvl="2" indent="0" eaLnBrk="1" hangingPunct="1">
              <a:buFont typeface="Wingdings" pitchFamily="2" charset="2"/>
              <a:buNone/>
              <a:defRPr/>
            </a:pPr>
            <a:r>
              <a:rPr lang="en-US" sz="3200">
                <a:sym typeface="Symbol" pitchFamily="18" charset="2"/>
              </a:rPr>
              <a:t> REPEAT  S  UNTIL  B;</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quarter" idx="10"/>
          </p:nvPr>
        </p:nvSpPr>
        <p:spPr/>
        <p:txBody>
          <a:bodyPr/>
          <a:lstStyle/>
          <a:p>
            <a:pPr>
              <a:defRPr/>
            </a:pPr>
            <a:r>
              <a:rPr lang="en-US"/>
              <a:t>Ngô Công Thắng</a:t>
            </a:r>
          </a:p>
        </p:txBody>
      </p:sp>
      <p:sp>
        <p:nvSpPr>
          <p:cNvPr id="5" name="Footer Placeholder 4"/>
          <p:cNvSpPr>
            <a:spLocks noGrp="1"/>
          </p:cNvSpPr>
          <p:nvPr>
            <p:ph type="ftr" sz="quarter" idx="11"/>
          </p:nvPr>
        </p:nvSpPr>
        <p:spPr/>
        <p:txBody>
          <a:bodyPr/>
          <a:lstStyle/>
          <a:p>
            <a:pPr>
              <a:defRPr/>
            </a:pPr>
            <a:r>
              <a:rPr lang="en-US"/>
              <a:t>Bài giảng Cấu trúc dữ liệu và giải thuật  -  Chương 01</a:t>
            </a:r>
          </a:p>
        </p:txBody>
      </p:sp>
      <p:sp>
        <p:nvSpPr>
          <p:cNvPr id="6" name="Slide Number Placeholder 5"/>
          <p:cNvSpPr>
            <a:spLocks noGrp="1"/>
          </p:cNvSpPr>
          <p:nvPr>
            <p:ph type="sldNum" sz="quarter" idx="12"/>
          </p:nvPr>
        </p:nvSpPr>
        <p:spPr/>
        <p:txBody>
          <a:bodyPr/>
          <a:lstStyle/>
          <a:p>
            <a:pPr>
              <a:defRPr/>
            </a:pPr>
            <a:r>
              <a:rPr lang="en-US"/>
              <a:t>1.</a:t>
            </a:r>
            <a:fld id="{28583336-9710-4506-9995-B1A348260AAD}" type="slidenum">
              <a:rPr lang="en-US"/>
              <a:pPr>
                <a:defRPr/>
              </a:pPr>
              <a:t>26</a:t>
            </a:fld>
            <a:endParaRPr lang="en-US"/>
          </a:p>
        </p:txBody>
      </p:sp>
      <p:sp>
        <p:nvSpPr>
          <p:cNvPr id="195586" name="Rectangle 2"/>
          <p:cNvSpPr>
            <a:spLocks noGrp="1" noChangeArrowheads="1"/>
          </p:cNvSpPr>
          <p:nvPr>
            <p:ph type="title"/>
          </p:nvPr>
        </p:nvSpPr>
        <p:spPr/>
        <p:txBody>
          <a:bodyPr/>
          <a:lstStyle/>
          <a:p>
            <a:pPr eaLnBrk="1" hangingPunct="1">
              <a:defRPr/>
            </a:pPr>
            <a:r>
              <a:rPr lang="en-US"/>
              <a:t>2.2.3. Câu lệnh</a:t>
            </a:r>
          </a:p>
        </p:txBody>
      </p:sp>
      <p:sp>
        <p:nvSpPr>
          <p:cNvPr id="195587" name="Rectangle 3"/>
          <p:cNvSpPr>
            <a:spLocks noGrp="1" noChangeArrowheads="1"/>
          </p:cNvSpPr>
          <p:nvPr>
            <p:ph type="body" idx="1"/>
          </p:nvPr>
        </p:nvSpPr>
        <p:spPr/>
        <p:txBody>
          <a:bodyPr/>
          <a:lstStyle/>
          <a:p>
            <a:pPr eaLnBrk="1" hangingPunct="1">
              <a:defRPr/>
            </a:pPr>
            <a:r>
              <a:rPr lang="en-US">
                <a:sym typeface="Symbol" pitchFamily="18" charset="2"/>
              </a:rPr>
              <a:t>Câu lệnh chuyển:</a:t>
            </a:r>
          </a:p>
          <a:p>
            <a:pPr eaLnBrk="1" hangingPunct="1">
              <a:buFont typeface="Wingdings" pitchFamily="2" charset="2"/>
              <a:buNone/>
              <a:defRPr/>
            </a:pPr>
            <a:r>
              <a:rPr lang="en-US">
                <a:sym typeface="Symbol" pitchFamily="18" charset="2"/>
              </a:rPr>
              <a:t>	GOTO  n;</a:t>
            </a:r>
          </a:p>
          <a:p>
            <a:pPr eaLnBrk="1" hangingPunct="1">
              <a:buFont typeface="Wingdings" pitchFamily="2" charset="2"/>
              <a:buNone/>
              <a:defRPr/>
            </a:pPr>
            <a:r>
              <a:rPr lang="en-US">
                <a:sym typeface="Symbol" pitchFamily="18" charset="2"/>
              </a:rPr>
              <a:t>	trong đó n là số hiệu của một bước trong giải thuật.</a:t>
            </a:r>
          </a:p>
          <a:p>
            <a:pPr eaLnBrk="1" hangingPunct="1">
              <a:defRPr/>
            </a:pPr>
            <a:r>
              <a:rPr lang="en-US">
                <a:sym typeface="Symbol" pitchFamily="18" charset="2"/>
              </a:rPr>
              <a:t>Câu lệnh vào ra:</a:t>
            </a:r>
          </a:p>
          <a:p>
            <a:pPr lvl="1" eaLnBrk="1" hangingPunct="1">
              <a:defRPr/>
            </a:pPr>
            <a:r>
              <a:rPr lang="en-US">
                <a:sym typeface="Symbol" pitchFamily="18" charset="2"/>
              </a:rPr>
              <a:t>	READ(danh sách biến);</a:t>
            </a:r>
          </a:p>
          <a:p>
            <a:pPr lvl="1" eaLnBrk="1" hangingPunct="1">
              <a:defRPr/>
            </a:pPr>
            <a:r>
              <a:rPr lang="en-US">
                <a:sym typeface="Symbol" pitchFamily="18" charset="2"/>
              </a:rPr>
              <a:t>	WRITE(danh sách hằng, biến, biểu thức);</a:t>
            </a:r>
          </a:p>
          <a:p>
            <a:pPr eaLnBrk="1" hangingPunct="1">
              <a:defRPr/>
            </a:pPr>
            <a:r>
              <a:rPr lang="en-US">
                <a:sym typeface="Symbol" pitchFamily="18" charset="2"/>
              </a:rPr>
              <a:t>Câu lệnh kết thúc: END.</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BA1029-19BE-445D-8290-C3CF0ED34DFB}"/>
              </a:ext>
            </a:extLst>
          </p:cNvPr>
          <p:cNvSpPr>
            <a:spLocks noGrp="1"/>
          </p:cNvSpPr>
          <p:nvPr>
            <p:ph type="title"/>
          </p:nvPr>
        </p:nvSpPr>
        <p:spPr/>
        <p:txBody>
          <a:bodyPr/>
          <a:lstStyle/>
          <a:p>
            <a:r>
              <a:rPr lang="en-US" sz="3600"/>
              <a:t>Mô hình xử lý thông tin của máy tính</a:t>
            </a:r>
          </a:p>
        </p:txBody>
      </p:sp>
      <p:sp>
        <p:nvSpPr>
          <p:cNvPr id="4" name="Date Placeholder 3">
            <a:extLst>
              <a:ext uri="{FF2B5EF4-FFF2-40B4-BE49-F238E27FC236}">
                <a16:creationId xmlns:a16="http://schemas.microsoft.com/office/drawing/2014/main" id="{DD07CD3D-AF25-432D-B3C9-88B427DAF1F7}"/>
              </a:ext>
            </a:extLst>
          </p:cNvPr>
          <p:cNvSpPr>
            <a:spLocks noGrp="1"/>
          </p:cNvSpPr>
          <p:nvPr>
            <p:ph type="dt" sz="half" idx="10"/>
          </p:nvPr>
        </p:nvSpPr>
        <p:spPr/>
        <p:txBody>
          <a:bodyPr/>
          <a:lstStyle/>
          <a:p>
            <a:pPr>
              <a:defRPr/>
            </a:pPr>
            <a:r>
              <a:rPr lang="en-US"/>
              <a:t>Ngô Công Thắng</a:t>
            </a:r>
          </a:p>
        </p:txBody>
      </p:sp>
      <p:sp>
        <p:nvSpPr>
          <p:cNvPr id="5" name="Footer Placeholder 4">
            <a:extLst>
              <a:ext uri="{FF2B5EF4-FFF2-40B4-BE49-F238E27FC236}">
                <a16:creationId xmlns:a16="http://schemas.microsoft.com/office/drawing/2014/main" id="{87D28C54-1010-4F5C-A085-2E0E827F4AB9}"/>
              </a:ext>
            </a:extLst>
          </p:cNvPr>
          <p:cNvSpPr>
            <a:spLocks noGrp="1"/>
          </p:cNvSpPr>
          <p:nvPr>
            <p:ph type="ftr" sz="quarter" idx="11"/>
          </p:nvPr>
        </p:nvSpPr>
        <p:spPr/>
        <p:txBody>
          <a:bodyPr/>
          <a:lstStyle/>
          <a:p>
            <a:pPr>
              <a:defRPr/>
            </a:pPr>
            <a:r>
              <a:rPr lang="en-US"/>
              <a:t>Bài giảng Cấu trúc dữ liệu và giải thuật  -  Chương 01</a:t>
            </a:r>
          </a:p>
        </p:txBody>
      </p:sp>
      <p:sp>
        <p:nvSpPr>
          <p:cNvPr id="6" name="Slide Number Placeholder 5">
            <a:extLst>
              <a:ext uri="{FF2B5EF4-FFF2-40B4-BE49-F238E27FC236}">
                <a16:creationId xmlns:a16="http://schemas.microsoft.com/office/drawing/2014/main" id="{5F54C0B9-D5EF-4614-B809-4D88B753C4CA}"/>
              </a:ext>
            </a:extLst>
          </p:cNvPr>
          <p:cNvSpPr>
            <a:spLocks noGrp="1"/>
          </p:cNvSpPr>
          <p:nvPr>
            <p:ph type="sldNum" sz="quarter" idx="12"/>
          </p:nvPr>
        </p:nvSpPr>
        <p:spPr/>
        <p:txBody>
          <a:bodyPr/>
          <a:lstStyle/>
          <a:p>
            <a:pPr>
              <a:defRPr/>
            </a:pPr>
            <a:r>
              <a:rPr lang="en-US"/>
              <a:t>1.</a:t>
            </a:r>
            <a:fld id="{8E1F47E7-8E8C-4477-81EA-1C90FCDB03FA}" type="slidenum">
              <a:rPr lang="en-US" smtClean="0"/>
              <a:pPr>
                <a:defRPr/>
              </a:pPr>
              <a:t>27</a:t>
            </a:fld>
            <a:endParaRPr lang="en-US"/>
          </a:p>
        </p:txBody>
      </p:sp>
      <p:sp>
        <p:nvSpPr>
          <p:cNvPr id="7" name="TextBox 6">
            <a:extLst>
              <a:ext uri="{FF2B5EF4-FFF2-40B4-BE49-F238E27FC236}">
                <a16:creationId xmlns:a16="http://schemas.microsoft.com/office/drawing/2014/main" id="{E29BD5C3-538F-45B0-8F9B-7510AA1F2A3F}"/>
              </a:ext>
            </a:extLst>
          </p:cNvPr>
          <p:cNvSpPr txBox="1"/>
          <p:nvPr/>
        </p:nvSpPr>
        <p:spPr>
          <a:xfrm>
            <a:off x="1315092" y="1683815"/>
            <a:ext cx="1099335" cy="646331"/>
          </a:xfrm>
          <a:prstGeom prst="rect">
            <a:avLst/>
          </a:prstGeom>
          <a:noFill/>
        </p:spPr>
        <p:txBody>
          <a:bodyPr wrap="square" rtlCol="0">
            <a:spAutoFit/>
          </a:bodyPr>
          <a:lstStyle/>
          <a:p>
            <a:r>
              <a:rPr lang="en-US" sz="3600"/>
              <a:t>Vào</a:t>
            </a:r>
          </a:p>
        </p:txBody>
      </p:sp>
      <p:sp>
        <p:nvSpPr>
          <p:cNvPr id="8" name="TextBox 7">
            <a:extLst>
              <a:ext uri="{FF2B5EF4-FFF2-40B4-BE49-F238E27FC236}">
                <a16:creationId xmlns:a16="http://schemas.microsoft.com/office/drawing/2014/main" id="{E07653D0-2BF9-474D-9555-098614DE301A}"/>
              </a:ext>
            </a:extLst>
          </p:cNvPr>
          <p:cNvSpPr txBox="1"/>
          <p:nvPr/>
        </p:nvSpPr>
        <p:spPr>
          <a:xfrm>
            <a:off x="3999135" y="1683815"/>
            <a:ext cx="1353701" cy="646331"/>
          </a:xfrm>
          <a:prstGeom prst="rect">
            <a:avLst/>
          </a:prstGeom>
          <a:noFill/>
        </p:spPr>
        <p:txBody>
          <a:bodyPr wrap="square" rtlCol="0">
            <a:spAutoFit/>
          </a:bodyPr>
          <a:lstStyle/>
          <a:p>
            <a:r>
              <a:rPr lang="en-US" sz="3600"/>
              <a:t>Xử lý</a:t>
            </a:r>
          </a:p>
        </p:txBody>
      </p:sp>
      <p:sp>
        <p:nvSpPr>
          <p:cNvPr id="9" name="TextBox 8">
            <a:extLst>
              <a:ext uri="{FF2B5EF4-FFF2-40B4-BE49-F238E27FC236}">
                <a16:creationId xmlns:a16="http://schemas.microsoft.com/office/drawing/2014/main" id="{680CA078-4E4C-4273-BB9D-1575E11743AD}"/>
              </a:ext>
            </a:extLst>
          </p:cNvPr>
          <p:cNvSpPr txBox="1"/>
          <p:nvPr/>
        </p:nvSpPr>
        <p:spPr>
          <a:xfrm>
            <a:off x="6808609" y="1683815"/>
            <a:ext cx="1099335" cy="646331"/>
          </a:xfrm>
          <a:prstGeom prst="rect">
            <a:avLst/>
          </a:prstGeom>
          <a:noFill/>
        </p:spPr>
        <p:txBody>
          <a:bodyPr wrap="square" rtlCol="0">
            <a:spAutoFit/>
          </a:bodyPr>
          <a:lstStyle/>
          <a:p>
            <a:r>
              <a:rPr lang="en-US" sz="3600"/>
              <a:t>Ra</a:t>
            </a:r>
          </a:p>
        </p:txBody>
      </p:sp>
      <p:cxnSp>
        <p:nvCxnSpPr>
          <p:cNvPr id="11" name="Straight Arrow Connector 10">
            <a:extLst>
              <a:ext uri="{FF2B5EF4-FFF2-40B4-BE49-F238E27FC236}">
                <a16:creationId xmlns:a16="http://schemas.microsoft.com/office/drawing/2014/main" id="{6F18EDDC-7DC7-43C6-B4BC-95BCCD4E8591}"/>
              </a:ext>
            </a:extLst>
          </p:cNvPr>
          <p:cNvCxnSpPr>
            <a:cxnSpLocks/>
          </p:cNvCxnSpPr>
          <p:nvPr/>
        </p:nvCxnSpPr>
        <p:spPr bwMode="auto">
          <a:xfrm>
            <a:off x="2599361" y="2006980"/>
            <a:ext cx="1304818" cy="0"/>
          </a:xfrm>
          <a:prstGeom prst="straightConnector1">
            <a:avLst/>
          </a:prstGeom>
          <a:solidFill>
            <a:schemeClr val="accent1"/>
          </a:solidFill>
          <a:ln w="25400" cap="flat" cmpd="sng" algn="ctr">
            <a:solidFill>
              <a:schemeClr val="tx1"/>
            </a:solidFill>
            <a:prstDash val="solid"/>
            <a:round/>
            <a:headEnd type="none" w="med" len="med"/>
            <a:tailEnd type="triangle"/>
          </a:ln>
          <a:effectLst/>
        </p:spPr>
      </p:cxnSp>
      <p:cxnSp>
        <p:nvCxnSpPr>
          <p:cNvPr id="14" name="Straight Arrow Connector 13">
            <a:extLst>
              <a:ext uri="{FF2B5EF4-FFF2-40B4-BE49-F238E27FC236}">
                <a16:creationId xmlns:a16="http://schemas.microsoft.com/office/drawing/2014/main" id="{965DB43A-AEEE-418B-A371-D1782421082B}"/>
              </a:ext>
            </a:extLst>
          </p:cNvPr>
          <p:cNvCxnSpPr>
            <a:cxnSpLocks/>
          </p:cNvCxnSpPr>
          <p:nvPr/>
        </p:nvCxnSpPr>
        <p:spPr bwMode="auto">
          <a:xfrm>
            <a:off x="5352836" y="2006980"/>
            <a:ext cx="1304818" cy="0"/>
          </a:xfrm>
          <a:prstGeom prst="straightConnector1">
            <a:avLst/>
          </a:prstGeom>
          <a:solidFill>
            <a:schemeClr val="accent1"/>
          </a:solidFill>
          <a:ln w="25400" cap="flat" cmpd="sng" algn="ctr">
            <a:solidFill>
              <a:schemeClr val="tx1"/>
            </a:solidFill>
            <a:prstDash val="solid"/>
            <a:round/>
            <a:headEnd type="none" w="med" len="med"/>
            <a:tailEnd type="triangle"/>
          </a:ln>
          <a:effectLst/>
        </p:spPr>
      </p:cxnSp>
      <p:sp>
        <p:nvSpPr>
          <p:cNvPr id="15" name="TextBox 14">
            <a:extLst>
              <a:ext uri="{FF2B5EF4-FFF2-40B4-BE49-F238E27FC236}">
                <a16:creationId xmlns:a16="http://schemas.microsoft.com/office/drawing/2014/main" id="{01D4762E-AFFD-474E-AEF7-B30776BA9406}"/>
              </a:ext>
            </a:extLst>
          </p:cNvPr>
          <p:cNvSpPr txBox="1"/>
          <p:nvPr/>
        </p:nvSpPr>
        <p:spPr>
          <a:xfrm>
            <a:off x="4235441" y="2298637"/>
            <a:ext cx="706429" cy="646331"/>
          </a:xfrm>
          <a:prstGeom prst="rect">
            <a:avLst/>
          </a:prstGeom>
          <a:noFill/>
        </p:spPr>
        <p:txBody>
          <a:bodyPr wrap="square" rtlCol="0">
            <a:spAutoFit/>
          </a:bodyPr>
          <a:lstStyle/>
          <a:p>
            <a:pPr algn="ctr"/>
            <a:r>
              <a:rPr lang="en-US" sz="3600"/>
              <a:t>?</a:t>
            </a:r>
          </a:p>
        </p:txBody>
      </p:sp>
      <p:sp>
        <p:nvSpPr>
          <p:cNvPr id="16" name="TextBox 15">
            <a:extLst>
              <a:ext uri="{FF2B5EF4-FFF2-40B4-BE49-F238E27FC236}">
                <a16:creationId xmlns:a16="http://schemas.microsoft.com/office/drawing/2014/main" id="{45190608-D71D-43ED-AFBA-786744D0F1A8}"/>
              </a:ext>
            </a:extLst>
          </p:cNvPr>
          <p:cNvSpPr txBox="1"/>
          <p:nvPr/>
        </p:nvSpPr>
        <p:spPr>
          <a:xfrm>
            <a:off x="4235441" y="2891517"/>
            <a:ext cx="706429" cy="646331"/>
          </a:xfrm>
          <a:prstGeom prst="rect">
            <a:avLst/>
          </a:prstGeom>
          <a:noFill/>
        </p:spPr>
        <p:txBody>
          <a:bodyPr wrap="square" rtlCol="0">
            <a:spAutoFit/>
          </a:bodyPr>
          <a:lstStyle/>
          <a:p>
            <a:pPr algn="ctr"/>
            <a:r>
              <a:rPr lang="en-US" sz="3600"/>
              <a:t>||</a:t>
            </a:r>
          </a:p>
        </p:txBody>
      </p:sp>
      <p:sp>
        <p:nvSpPr>
          <p:cNvPr id="17" name="TextBox 16">
            <a:extLst>
              <a:ext uri="{FF2B5EF4-FFF2-40B4-BE49-F238E27FC236}">
                <a16:creationId xmlns:a16="http://schemas.microsoft.com/office/drawing/2014/main" id="{86732C00-FE6C-4D0F-97CE-ABB973F224DA}"/>
              </a:ext>
            </a:extLst>
          </p:cNvPr>
          <p:cNvSpPr txBox="1"/>
          <p:nvPr/>
        </p:nvSpPr>
        <p:spPr>
          <a:xfrm>
            <a:off x="3264532" y="3559790"/>
            <a:ext cx="3038663" cy="646331"/>
          </a:xfrm>
          <a:prstGeom prst="rect">
            <a:avLst/>
          </a:prstGeom>
          <a:noFill/>
        </p:spPr>
        <p:txBody>
          <a:bodyPr wrap="square" rtlCol="0">
            <a:spAutoFit/>
          </a:bodyPr>
          <a:lstStyle/>
          <a:p>
            <a:r>
              <a:rPr lang="en-US" sz="3600"/>
              <a:t>Chương trình</a:t>
            </a:r>
          </a:p>
        </p:txBody>
      </p:sp>
      <p:sp>
        <p:nvSpPr>
          <p:cNvPr id="18" name="TextBox 17">
            <a:extLst>
              <a:ext uri="{FF2B5EF4-FFF2-40B4-BE49-F238E27FC236}">
                <a16:creationId xmlns:a16="http://schemas.microsoft.com/office/drawing/2014/main" id="{0229272A-7A27-4838-80E8-CBC8D88EBC85}"/>
              </a:ext>
            </a:extLst>
          </p:cNvPr>
          <p:cNvSpPr txBox="1"/>
          <p:nvPr/>
        </p:nvSpPr>
        <p:spPr>
          <a:xfrm>
            <a:off x="4235441" y="4206121"/>
            <a:ext cx="706429" cy="646331"/>
          </a:xfrm>
          <a:prstGeom prst="rect">
            <a:avLst/>
          </a:prstGeom>
          <a:noFill/>
        </p:spPr>
        <p:txBody>
          <a:bodyPr wrap="square" rtlCol="0">
            <a:spAutoFit/>
          </a:bodyPr>
          <a:lstStyle/>
          <a:p>
            <a:pPr algn="ctr"/>
            <a:r>
              <a:rPr lang="en-US" sz="3600"/>
              <a:t>||</a:t>
            </a:r>
          </a:p>
        </p:txBody>
      </p:sp>
      <p:sp>
        <p:nvSpPr>
          <p:cNvPr id="19" name="TextBox 18">
            <a:extLst>
              <a:ext uri="{FF2B5EF4-FFF2-40B4-BE49-F238E27FC236}">
                <a16:creationId xmlns:a16="http://schemas.microsoft.com/office/drawing/2014/main" id="{32274177-37D1-4FEC-9D2C-F02492222418}"/>
              </a:ext>
            </a:extLst>
          </p:cNvPr>
          <p:cNvSpPr txBox="1"/>
          <p:nvPr/>
        </p:nvSpPr>
        <p:spPr>
          <a:xfrm>
            <a:off x="3342913" y="4895936"/>
            <a:ext cx="2491483" cy="646331"/>
          </a:xfrm>
          <a:prstGeom prst="rect">
            <a:avLst/>
          </a:prstGeom>
          <a:noFill/>
        </p:spPr>
        <p:txBody>
          <a:bodyPr wrap="square" rtlCol="0">
            <a:spAutoFit/>
          </a:bodyPr>
          <a:lstStyle/>
          <a:p>
            <a:pPr algn="ctr"/>
            <a:r>
              <a:rPr lang="en-US" sz="3600"/>
              <a:t>Giải thuật</a:t>
            </a:r>
          </a:p>
        </p:txBody>
      </p:sp>
    </p:spTree>
    <p:extLst>
      <p:ext uri="{BB962C8B-B14F-4D97-AF65-F5344CB8AC3E}">
        <p14:creationId xmlns:p14="http://schemas.microsoft.com/office/powerpoint/2010/main" val="357228362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Cấu trúc giả mã chương trình</a:t>
            </a:r>
          </a:p>
        </p:txBody>
      </p:sp>
      <p:sp>
        <p:nvSpPr>
          <p:cNvPr id="3" name="Content Placeholder 2"/>
          <p:cNvSpPr>
            <a:spLocks noGrp="1"/>
          </p:cNvSpPr>
          <p:nvPr>
            <p:ph idx="1"/>
          </p:nvPr>
        </p:nvSpPr>
        <p:spPr/>
        <p:txBody>
          <a:bodyPr/>
          <a:lstStyle/>
          <a:p>
            <a:r>
              <a:rPr lang="en-US"/>
              <a:t>Vào:</a:t>
            </a:r>
          </a:p>
          <a:p>
            <a:r>
              <a:rPr lang="en-US"/>
              <a:t>Ra:</a:t>
            </a:r>
          </a:p>
          <a:p>
            <a:pPr marL="0" indent="0">
              <a:buNone/>
            </a:pPr>
            <a:r>
              <a:rPr lang="en-US"/>
              <a:t>{Mô tả}</a:t>
            </a:r>
          </a:p>
          <a:p>
            <a:pPr marL="0" indent="0">
              <a:buNone/>
            </a:pPr>
            <a:r>
              <a:rPr lang="en-US"/>
              <a:t>Program TenCT;</a:t>
            </a:r>
          </a:p>
          <a:p>
            <a:pPr marL="0" indent="0">
              <a:buNone/>
            </a:pPr>
            <a:r>
              <a:rPr lang="en-US"/>
              <a:t>	1)</a:t>
            </a:r>
          </a:p>
          <a:p>
            <a:pPr marL="0" indent="0">
              <a:buNone/>
            </a:pPr>
            <a:r>
              <a:rPr lang="en-US"/>
              <a:t>	2)</a:t>
            </a:r>
          </a:p>
          <a:p>
            <a:pPr marL="0" indent="0">
              <a:buNone/>
            </a:pPr>
            <a:r>
              <a:rPr lang="en-US"/>
              <a:t>	….</a:t>
            </a:r>
          </a:p>
          <a:p>
            <a:pPr marL="0" indent="0">
              <a:buNone/>
            </a:pPr>
            <a:r>
              <a:rPr lang="en-US"/>
              <a:t>End.</a:t>
            </a:r>
          </a:p>
        </p:txBody>
      </p:sp>
      <p:sp>
        <p:nvSpPr>
          <p:cNvPr id="4" name="Date Placeholder 3"/>
          <p:cNvSpPr>
            <a:spLocks noGrp="1"/>
          </p:cNvSpPr>
          <p:nvPr>
            <p:ph type="dt" sz="half" idx="10"/>
          </p:nvPr>
        </p:nvSpPr>
        <p:spPr/>
        <p:txBody>
          <a:bodyPr/>
          <a:lstStyle/>
          <a:p>
            <a:pPr>
              <a:defRPr/>
            </a:pPr>
            <a:r>
              <a:rPr lang="en-US"/>
              <a:t>Ngô Công Thắng</a:t>
            </a:r>
          </a:p>
        </p:txBody>
      </p:sp>
      <p:sp>
        <p:nvSpPr>
          <p:cNvPr id="5" name="Footer Placeholder 4"/>
          <p:cNvSpPr>
            <a:spLocks noGrp="1"/>
          </p:cNvSpPr>
          <p:nvPr>
            <p:ph type="ftr" sz="quarter" idx="11"/>
          </p:nvPr>
        </p:nvSpPr>
        <p:spPr/>
        <p:txBody>
          <a:bodyPr/>
          <a:lstStyle/>
          <a:p>
            <a:pPr>
              <a:defRPr/>
            </a:pPr>
            <a:r>
              <a:rPr lang="en-US"/>
              <a:t>Bài giảng Cấu trúc dữ liệu và giải thuật  -  Chương 01</a:t>
            </a:r>
          </a:p>
        </p:txBody>
      </p:sp>
      <p:sp>
        <p:nvSpPr>
          <p:cNvPr id="6" name="Slide Number Placeholder 5"/>
          <p:cNvSpPr>
            <a:spLocks noGrp="1"/>
          </p:cNvSpPr>
          <p:nvPr>
            <p:ph type="sldNum" sz="quarter" idx="12"/>
          </p:nvPr>
        </p:nvSpPr>
        <p:spPr/>
        <p:txBody>
          <a:bodyPr/>
          <a:lstStyle/>
          <a:p>
            <a:pPr>
              <a:defRPr/>
            </a:pPr>
            <a:r>
              <a:rPr lang="en-US"/>
              <a:t>1.</a:t>
            </a:r>
            <a:fld id="{8E1F47E7-8E8C-4477-81EA-1C90FCDB03FA}" type="slidenum">
              <a:rPr lang="en-US" smtClean="0"/>
              <a:pPr>
                <a:defRPr/>
              </a:pPr>
              <a:t>28</a:t>
            </a:fld>
            <a:endParaRPr lang="en-US"/>
          </a:p>
        </p:txBody>
      </p:sp>
      <p:pic>
        <p:nvPicPr>
          <p:cNvPr id="8" name="Picture 7">
            <a:extLst>
              <a:ext uri="{FF2B5EF4-FFF2-40B4-BE49-F238E27FC236}">
                <a16:creationId xmlns:a16="http://schemas.microsoft.com/office/drawing/2014/main" id="{8B900168-D554-A903-6717-D34A1531CCF7}"/>
              </a:ext>
            </a:extLst>
          </p:cNvPr>
          <p:cNvPicPr>
            <a:picLocks noChangeAspect="1"/>
          </p:cNvPicPr>
          <p:nvPr/>
        </p:nvPicPr>
        <p:blipFill>
          <a:blip r:embed="rId2"/>
          <a:stretch>
            <a:fillRect/>
          </a:stretch>
        </p:blipFill>
        <p:spPr>
          <a:xfrm>
            <a:off x="4412115" y="1309687"/>
            <a:ext cx="4336048" cy="4672013"/>
          </a:xfrm>
          <a:prstGeom prst="rect">
            <a:avLst/>
          </a:prstGeom>
        </p:spPr>
      </p:pic>
    </p:spTree>
    <p:extLst>
      <p:ext uri="{BB962C8B-B14F-4D97-AF65-F5344CB8AC3E}">
        <p14:creationId xmlns:p14="http://schemas.microsoft.com/office/powerpoint/2010/main" val="10724247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quarter" idx="10"/>
          </p:nvPr>
        </p:nvSpPr>
        <p:spPr/>
        <p:txBody>
          <a:bodyPr/>
          <a:lstStyle/>
          <a:p>
            <a:pPr>
              <a:defRPr/>
            </a:pPr>
            <a:r>
              <a:rPr lang="en-US"/>
              <a:t>Ngô Công Thắng</a:t>
            </a:r>
          </a:p>
        </p:txBody>
      </p:sp>
      <p:sp>
        <p:nvSpPr>
          <p:cNvPr id="5" name="Footer Placeholder 4"/>
          <p:cNvSpPr>
            <a:spLocks noGrp="1"/>
          </p:cNvSpPr>
          <p:nvPr>
            <p:ph type="ftr" sz="quarter" idx="11"/>
          </p:nvPr>
        </p:nvSpPr>
        <p:spPr/>
        <p:txBody>
          <a:bodyPr/>
          <a:lstStyle/>
          <a:p>
            <a:pPr>
              <a:defRPr/>
            </a:pPr>
            <a:r>
              <a:rPr lang="en-US"/>
              <a:t>Bài giảng Cấu trúc dữ liệu và giải thuật  -  Chương 01</a:t>
            </a:r>
          </a:p>
        </p:txBody>
      </p:sp>
      <p:sp>
        <p:nvSpPr>
          <p:cNvPr id="6" name="Slide Number Placeholder 5"/>
          <p:cNvSpPr>
            <a:spLocks noGrp="1"/>
          </p:cNvSpPr>
          <p:nvPr>
            <p:ph type="sldNum" sz="quarter" idx="12"/>
          </p:nvPr>
        </p:nvSpPr>
        <p:spPr/>
        <p:txBody>
          <a:bodyPr/>
          <a:lstStyle/>
          <a:p>
            <a:pPr>
              <a:defRPr/>
            </a:pPr>
            <a:r>
              <a:rPr lang="en-US"/>
              <a:t>1.</a:t>
            </a:r>
            <a:fld id="{F2A321C0-9BA7-4F07-98D3-B447232CC184}" type="slidenum">
              <a:rPr lang="en-US"/>
              <a:pPr>
                <a:defRPr/>
              </a:pPr>
              <a:t>29</a:t>
            </a:fld>
            <a:endParaRPr lang="en-US"/>
          </a:p>
        </p:txBody>
      </p:sp>
      <p:sp>
        <p:nvSpPr>
          <p:cNvPr id="196610" name="Rectangle 2"/>
          <p:cNvSpPr>
            <a:spLocks noGrp="1" noChangeArrowheads="1"/>
          </p:cNvSpPr>
          <p:nvPr>
            <p:ph type="title"/>
          </p:nvPr>
        </p:nvSpPr>
        <p:spPr/>
        <p:txBody>
          <a:bodyPr/>
          <a:lstStyle/>
          <a:p>
            <a:pPr eaLnBrk="1" hangingPunct="1">
              <a:defRPr/>
            </a:pPr>
            <a:r>
              <a:rPr lang="en-US"/>
              <a:t>2.2.4. Chương trình con</a:t>
            </a:r>
          </a:p>
        </p:txBody>
      </p:sp>
      <p:sp>
        <p:nvSpPr>
          <p:cNvPr id="196611" name="Rectangle 3"/>
          <p:cNvSpPr>
            <a:spLocks noGrp="1" noChangeArrowheads="1"/>
          </p:cNvSpPr>
          <p:nvPr>
            <p:ph type="body" idx="1"/>
          </p:nvPr>
        </p:nvSpPr>
        <p:spPr>
          <a:xfrm>
            <a:off x="457199" y="1600200"/>
            <a:ext cx="8409709" cy="4672013"/>
          </a:xfrm>
        </p:spPr>
        <p:txBody>
          <a:bodyPr/>
          <a:lstStyle/>
          <a:p>
            <a:pPr eaLnBrk="1" hangingPunct="1">
              <a:buFont typeface="Wingdings" pitchFamily="2" charset="2"/>
              <a:buNone/>
              <a:defRPr/>
            </a:pPr>
            <a:r>
              <a:rPr lang="en-US" sz="2800">
                <a:sym typeface="Symbol" pitchFamily="18" charset="2"/>
              </a:rPr>
              <a:t>2.2.4.1. Chương trình con dạng hàm</a:t>
            </a:r>
          </a:p>
          <a:p>
            <a:pPr lvl="1" eaLnBrk="1" hangingPunct="1">
              <a:buFontTx/>
              <a:buChar char="-"/>
              <a:defRPr/>
            </a:pPr>
            <a:r>
              <a:rPr lang="en-US">
                <a:sym typeface="Symbol" pitchFamily="18" charset="2"/>
              </a:rPr>
              <a:t>Vào:</a:t>
            </a:r>
          </a:p>
          <a:p>
            <a:pPr lvl="1" eaLnBrk="1" hangingPunct="1">
              <a:buFontTx/>
              <a:buChar char="-"/>
              <a:defRPr/>
            </a:pPr>
            <a:r>
              <a:rPr lang="en-US">
                <a:sym typeface="Symbol" pitchFamily="18" charset="2"/>
              </a:rPr>
              <a:t>Ra: 1 giá trị trả về</a:t>
            </a:r>
          </a:p>
          <a:p>
            <a:pPr marL="457200" lvl="1" indent="0" eaLnBrk="1" hangingPunct="1">
              <a:buNone/>
              <a:defRPr/>
            </a:pPr>
            <a:r>
              <a:rPr lang="en-US">
                <a:sym typeface="Symbol" pitchFamily="18" charset="2"/>
              </a:rPr>
              <a:t>{Mô tả}</a:t>
            </a:r>
          </a:p>
          <a:p>
            <a:pPr lvl="1" eaLnBrk="1" hangingPunct="1">
              <a:buFont typeface="Wingdings" pitchFamily="2" charset="2"/>
              <a:buNone/>
              <a:defRPr/>
            </a:pPr>
            <a:r>
              <a:rPr lang="en-US">
                <a:sym typeface="Symbol" pitchFamily="18" charset="2"/>
              </a:rPr>
              <a:t>Function  Tên_hàm(danh sách tham số)</a:t>
            </a:r>
          </a:p>
          <a:p>
            <a:pPr lvl="1" eaLnBrk="1" hangingPunct="1">
              <a:buFont typeface="Wingdings" pitchFamily="2" charset="2"/>
              <a:buNone/>
              <a:defRPr/>
            </a:pPr>
            <a:r>
              <a:rPr lang="en-US">
                <a:sym typeface="Symbol" pitchFamily="18" charset="2"/>
              </a:rPr>
              <a:t>	  S1; S2; . . .; Sn;</a:t>
            </a:r>
          </a:p>
          <a:p>
            <a:pPr lvl="1" eaLnBrk="1" hangingPunct="1">
              <a:buFont typeface="Wingdings" pitchFamily="2" charset="2"/>
              <a:buNone/>
              <a:defRPr/>
            </a:pPr>
            <a:r>
              <a:rPr lang="en-US">
                <a:sym typeface="Symbol" pitchFamily="18" charset="2"/>
              </a:rPr>
              <a:t>	  Tên_hàm:= biểu thức; {Giá trị trả về của hàm}</a:t>
            </a:r>
          </a:p>
          <a:p>
            <a:pPr lvl="1" eaLnBrk="1" hangingPunct="1">
              <a:buFont typeface="Wingdings" pitchFamily="2" charset="2"/>
              <a:buNone/>
              <a:defRPr/>
            </a:pPr>
            <a:r>
              <a:rPr lang="en-US">
                <a:sym typeface="Symbol" pitchFamily="18" charset="2"/>
              </a:rPr>
              <a:t>Return</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quarter" idx="10"/>
          </p:nvPr>
        </p:nvSpPr>
        <p:spPr/>
        <p:txBody>
          <a:bodyPr/>
          <a:lstStyle/>
          <a:p>
            <a:pPr>
              <a:defRPr/>
            </a:pPr>
            <a:r>
              <a:rPr lang="en-US"/>
              <a:t>Ngô Công Thắng</a:t>
            </a:r>
          </a:p>
        </p:txBody>
      </p:sp>
      <p:sp>
        <p:nvSpPr>
          <p:cNvPr id="5" name="Footer Placeholder 4"/>
          <p:cNvSpPr>
            <a:spLocks noGrp="1"/>
          </p:cNvSpPr>
          <p:nvPr>
            <p:ph type="ftr" sz="quarter" idx="11"/>
          </p:nvPr>
        </p:nvSpPr>
        <p:spPr/>
        <p:txBody>
          <a:bodyPr/>
          <a:lstStyle/>
          <a:p>
            <a:pPr>
              <a:defRPr/>
            </a:pPr>
            <a:r>
              <a:rPr lang="en-US"/>
              <a:t>Bài giảng Cấu trúc dữ liệu và giải thuật  -  Chương 01</a:t>
            </a:r>
          </a:p>
        </p:txBody>
      </p:sp>
      <p:sp>
        <p:nvSpPr>
          <p:cNvPr id="6" name="Slide Number Placeholder 5"/>
          <p:cNvSpPr>
            <a:spLocks noGrp="1"/>
          </p:cNvSpPr>
          <p:nvPr>
            <p:ph type="sldNum" sz="quarter" idx="12"/>
          </p:nvPr>
        </p:nvSpPr>
        <p:spPr/>
        <p:txBody>
          <a:bodyPr/>
          <a:lstStyle/>
          <a:p>
            <a:pPr>
              <a:defRPr/>
            </a:pPr>
            <a:r>
              <a:rPr lang="en-US"/>
              <a:t>1.</a:t>
            </a:r>
            <a:fld id="{F2A321C0-9BA7-4F07-98D3-B447232CC184}" type="slidenum">
              <a:rPr lang="en-US"/>
              <a:pPr>
                <a:defRPr/>
              </a:pPr>
              <a:t>30</a:t>
            </a:fld>
            <a:endParaRPr lang="en-US"/>
          </a:p>
        </p:txBody>
      </p:sp>
      <p:sp>
        <p:nvSpPr>
          <p:cNvPr id="196610" name="Rectangle 2"/>
          <p:cNvSpPr>
            <a:spLocks noGrp="1" noChangeArrowheads="1"/>
          </p:cNvSpPr>
          <p:nvPr>
            <p:ph type="title"/>
          </p:nvPr>
        </p:nvSpPr>
        <p:spPr/>
        <p:txBody>
          <a:bodyPr/>
          <a:lstStyle/>
          <a:p>
            <a:pPr eaLnBrk="1" hangingPunct="1">
              <a:defRPr/>
            </a:pPr>
            <a:r>
              <a:rPr lang="en-US"/>
              <a:t>2.2.4. Chương trình con</a:t>
            </a:r>
          </a:p>
        </p:txBody>
      </p:sp>
      <p:sp>
        <p:nvSpPr>
          <p:cNvPr id="196611" name="Rectangle 3"/>
          <p:cNvSpPr>
            <a:spLocks noGrp="1" noChangeArrowheads="1"/>
          </p:cNvSpPr>
          <p:nvPr>
            <p:ph type="body" idx="1"/>
          </p:nvPr>
        </p:nvSpPr>
        <p:spPr>
          <a:xfrm>
            <a:off x="457199" y="1600200"/>
            <a:ext cx="8409709" cy="4672013"/>
          </a:xfrm>
        </p:spPr>
        <p:txBody>
          <a:bodyPr/>
          <a:lstStyle/>
          <a:p>
            <a:pPr eaLnBrk="1" hangingPunct="1">
              <a:buFont typeface="Wingdings" pitchFamily="2" charset="2"/>
              <a:buNone/>
              <a:defRPr/>
            </a:pPr>
            <a:r>
              <a:rPr lang="en-US" sz="2800">
                <a:sym typeface="Symbol" pitchFamily="18" charset="2"/>
              </a:rPr>
              <a:t>2.2.4.2. Chương trình con dạng thủ tục</a:t>
            </a:r>
          </a:p>
          <a:p>
            <a:pPr lvl="1" eaLnBrk="1" hangingPunct="1">
              <a:buFontTx/>
              <a:buChar char="-"/>
              <a:defRPr/>
            </a:pPr>
            <a:r>
              <a:rPr lang="en-US">
                <a:sym typeface="Symbol" pitchFamily="18" charset="2"/>
              </a:rPr>
              <a:t>Vào:</a:t>
            </a:r>
          </a:p>
          <a:p>
            <a:pPr lvl="1" eaLnBrk="1" hangingPunct="1">
              <a:buFontTx/>
              <a:buChar char="-"/>
              <a:defRPr/>
            </a:pPr>
            <a:r>
              <a:rPr lang="en-US">
                <a:sym typeface="Symbol" pitchFamily="18" charset="2"/>
              </a:rPr>
              <a:t>Ra: không có</a:t>
            </a:r>
          </a:p>
          <a:p>
            <a:pPr marL="457200" lvl="1" indent="0" eaLnBrk="1" hangingPunct="1">
              <a:buNone/>
              <a:defRPr/>
            </a:pPr>
            <a:r>
              <a:rPr lang="en-US">
                <a:sym typeface="Symbol" pitchFamily="18" charset="2"/>
              </a:rPr>
              <a:t>{Mô tả}</a:t>
            </a:r>
          </a:p>
          <a:p>
            <a:pPr marL="457200" lvl="1" indent="0" eaLnBrk="1" hangingPunct="1">
              <a:buNone/>
              <a:defRPr/>
            </a:pPr>
            <a:r>
              <a:rPr lang="en-US">
                <a:sym typeface="Symbol" pitchFamily="18" charset="2"/>
              </a:rPr>
              <a:t>Procedure  Tên_thủ_tục(danh sách tham số)</a:t>
            </a:r>
          </a:p>
          <a:p>
            <a:pPr lvl="1" eaLnBrk="1" hangingPunct="1">
              <a:buFont typeface="Wingdings" pitchFamily="2" charset="2"/>
              <a:buNone/>
              <a:defRPr/>
            </a:pPr>
            <a:r>
              <a:rPr lang="en-US">
                <a:sym typeface="Symbol" pitchFamily="18" charset="2"/>
              </a:rPr>
              <a:t>	  S1; S2; . . .; Sn;</a:t>
            </a:r>
          </a:p>
          <a:p>
            <a:pPr lvl="1" eaLnBrk="1" hangingPunct="1">
              <a:buFont typeface="Wingdings" pitchFamily="2" charset="2"/>
              <a:buNone/>
              <a:defRPr/>
            </a:pPr>
            <a:r>
              <a:rPr lang="en-US">
                <a:sym typeface="Symbol" pitchFamily="18" charset="2"/>
              </a:rPr>
              <a:t>Return</a:t>
            </a:r>
          </a:p>
        </p:txBody>
      </p:sp>
    </p:spTree>
    <p:extLst>
      <p:ext uri="{BB962C8B-B14F-4D97-AF65-F5344CB8AC3E}">
        <p14:creationId xmlns:p14="http://schemas.microsoft.com/office/powerpoint/2010/main" val="90635374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quarter" idx="10"/>
          </p:nvPr>
        </p:nvSpPr>
        <p:spPr/>
        <p:txBody>
          <a:bodyPr/>
          <a:lstStyle/>
          <a:p>
            <a:pPr>
              <a:defRPr/>
            </a:pPr>
            <a:r>
              <a:rPr lang="en-US"/>
              <a:t>Ngô Công Thắng</a:t>
            </a:r>
          </a:p>
        </p:txBody>
      </p:sp>
      <p:sp>
        <p:nvSpPr>
          <p:cNvPr id="5" name="Footer Placeholder 4"/>
          <p:cNvSpPr>
            <a:spLocks noGrp="1"/>
          </p:cNvSpPr>
          <p:nvPr>
            <p:ph type="ftr" sz="quarter" idx="11"/>
          </p:nvPr>
        </p:nvSpPr>
        <p:spPr/>
        <p:txBody>
          <a:bodyPr/>
          <a:lstStyle/>
          <a:p>
            <a:pPr>
              <a:defRPr/>
            </a:pPr>
            <a:r>
              <a:rPr lang="en-US"/>
              <a:t>Bài giảng Cấu trúc dữ liệu và giải thuật  -  Chương 01</a:t>
            </a:r>
          </a:p>
        </p:txBody>
      </p:sp>
      <p:sp>
        <p:nvSpPr>
          <p:cNvPr id="6" name="Slide Number Placeholder 5"/>
          <p:cNvSpPr>
            <a:spLocks noGrp="1"/>
          </p:cNvSpPr>
          <p:nvPr>
            <p:ph type="sldNum" sz="quarter" idx="12"/>
          </p:nvPr>
        </p:nvSpPr>
        <p:spPr/>
        <p:txBody>
          <a:bodyPr/>
          <a:lstStyle/>
          <a:p>
            <a:pPr>
              <a:defRPr/>
            </a:pPr>
            <a:r>
              <a:rPr lang="en-US"/>
              <a:t>1.</a:t>
            </a:r>
            <a:fld id="{D0CE545F-0EA9-4B16-94E3-6D656A91F55C}" type="slidenum">
              <a:rPr lang="en-US"/>
              <a:pPr>
                <a:defRPr/>
              </a:pPr>
              <a:t>31</a:t>
            </a:fld>
            <a:endParaRPr lang="en-US"/>
          </a:p>
        </p:txBody>
      </p:sp>
      <p:sp>
        <p:nvSpPr>
          <p:cNvPr id="197634" name="Rectangle 2"/>
          <p:cNvSpPr>
            <a:spLocks noGrp="1" noChangeArrowheads="1"/>
          </p:cNvSpPr>
          <p:nvPr>
            <p:ph type="title"/>
          </p:nvPr>
        </p:nvSpPr>
        <p:spPr/>
        <p:txBody>
          <a:bodyPr/>
          <a:lstStyle/>
          <a:p>
            <a:pPr eaLnBrk="1" hangingPunct="1">
              <a:defRPr/>
            </a:pPr>
            <a:r>
              <a:rPr lang="en-US" sz="4000"/>
              <a:t>2.2.4.3. Lời gọi chương trình con</a:t>
            </a:r>
          </a:p>
        </p:txBody>
      </p:sp>
      <p:sp>
        <p:nvSpPr>
          <p:cNvPr id="197635" name="Rectangle 3"/>
          <p:cNvSpPr>
            <a:spLocks noGrp="1" noChangeArrowheads="1"/>
          </p:cNvSpPr>
          <p:nvPr>
            <p:ph type="body" idx="1"/>
          </p:nvPr>
        </p:nvSpPr>
        <p:spPr/>
        <p:txBody>
          <a:bodyPr/>
          <a:lstStyle/>
          <a:p>
            <a:pPr eaLnBrk="1" hangingPunct="1">
              <a:defRPr/>
            </a:pPr>
            <a:r>
              <a:rPr lang="en-US"/>
              <a:t>Lời gọi chương trình con dạng hàm</a:t>
            </a:r>
          </a:p>
          <a:p>
            <a:pPr eaLnBrk="1" hangingPunct="1">
              <a:buFont typeface="Wingdings" pitchFamily="2" charset="2"/>
              <a:buNone/>
              <a:defRPr/>
            </a:pPr>
            <a:r>
              <a:rPr lang="en-US" sz="2400"/>
              <a:t>		Tên_hàm( danh sách tham số thực sự)</a:t>
            </a:r>
          </a:p>
          <a:p>
            <a:pPr eaLnBrk="1" hangingPunct="1">
              <a:defRPr/>
            </a:pPr>
            <a:r>
              <a:rPr lang="en-US"/>
              <a:t>Lời gọi chương trình con dạng thủ tục</a:t>
            </a:r>
          </a:p>
          <a:p>
            <a:pPr lvl="1" eaLnBrk="1" hangingPunct="1">
              <a:buFont typeface="Wingdings" pitchFamily="2" charset="2"/>
              <a:buNone/>
              <a:defRPr/>
            </a:pPr>
            <a:r>
              <a:rPr lang="en-US"/>
              <a:t>	</a:t>
            </a:r>
            <a:r>
              <a:rPr lang="en-US" sz="2400"/>
              <a:t>CALL </a:t>
            </a:r>
            <a:r>
              <a:rPr lang="en-US" sz="2400" b="1"/>
              <a:t>Tên_thủ_tục</a:t>
            </a:r>
            <a:r>
              <a:rPr lang="en-US" sz="2400"/>
              <a:t>( danh sách tham số thực sự)</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Bài tập</a:t>
            </a:r>
          </a:p>
        </p:txBody>
      </p:sp>
      <p:sp>
        <p:nvSpPr>
          <p:cNvPr id="3" name="Content Placeholder 2"/>
          <p:cNvSpPr>
            <a:spLocks noGrp="1"/>
          </p:cNvSpPr>
          <p:nvPr>
            <p:ph idx="1"/>
          </p:nvPr>
        </p:nvSpPr>
        <p:spPr/>
        <p:txBody>
          <a:bodyPr/>
          <a:lstStyle/>
          <a:p>
            <a:r>
              <a:rPr lang="en-US" err="1"/>
              <a:t>Tìm</a:t>
            </a:r>
            <a:r>
              <a:rPr lang="en-US"/>
              <a:t> USCLN </a:t>
            </a:r>
            <a:r>
              <a:rPr lang="en-US" err="1"/>
              <a:t>của</a:t>
            </a:r>
            <a:r>
              <a:rPr lang="en-US"/>
              <a:t> </a:t>
            </a:r>
            <a:r>
              <a:rPr lang="en-US" err="1"/>
              <a:t>hai</a:t>
            </a:r>
            <a:r>
              <a:rPr lang="en-US"/>
              <a:t> </a:t>
            </a:r>
            <a:r>
              <a:rPr lang="en-US" err="1"/>
              <a:t>số</a:t>
            </a:r>
            <a:r>
              <a:rPr lang="en-US"/>
              <a:t> </a:t>
            </a:r>
            <a:r>
              <a:rPr lang="en-US" err="1"/>
              <a:t>nguyên</a:t>
            </a:r>
            <a:r>
              <a:rPr lang="en-US"/>
              <a:t> </a:t>
            </a:r>
            <a:r>
              <a:rPr lang="en-US" err="1"/>
              <a:t>dương</a:t>
            </a:r>
            <a:r>
              <a:rPr lang="en-US"/>
              <a:t> a </a:t>
            </a:r>
            <a:r>
              <a:rPr lang="en-US" err="1"/>
              <a:t>và</a:t>
            </a:r>
            <a:r>
              <a:rPr lang="en-US"/>
              <a:t> b.</a:t>
            </a:r>
          </a:p>
          <a:p>
            <a:r>
              <a:rPr lang="en-US"/>
              <a:t>Bài tập: </a:t>
            </a:r>
            <a:r>
              <a:rPr lang="en-US" err="1"/>
              <a:t>Tính</a:t>
            </a:r>
            <a:r>
              <a:rPr lang="en-US"/>
              <a:t> </a:t>
            </a:r>
            <a:r>
              <a:rPr lang="en-US" err="1"/>
              <a:t>gần</a:t>
            </a:r>
            <a:r>
              <a:rPr lang="en-US"/>
              <a:t> </a:t>
            </a:r>
            <a:r>
              <a:rPr lang="en-US" err="1"/>
              <a:t>đúng</a:t>
            </a:r>
            <a:r>
              <a:rPr lang="en-US"/>
              <a:t> e</a:t>
            </a:r>
            <a:r>
              <a:rPr lang="en-US" baseline="30000"/>
              <a:t>x</a:t>
            </a:r>
            <a:r>
              <a:rPr lang="en-US"/>
              <a:t> </a:t>
            </a:r>
            <a:r>
              <a:rPr lang="en-US" err="1"/>
              <a:t>với</a:t>
            </a:r>
            <a:r>
              <a:rPr lang="en-US"/>
              <a:t> </a:t>
            </a:r>
            <a:r>
              <a:rPr lang="en-US" err="1"/>
              <a:t>độ</a:t>
            </a:r>
            <a:r>
              <a:rPr lang="en-US"/>
              <a:t> </a:t>
            </a:r>
            <a:r>
              <a:rPr lang="en-US" err="1"/>
              <a:t>chính</a:t>
            </a:r>
            <a:r>
              <a:rPr lang="en-US"/>
              <a:t> </a:t>
            </a:r>
            <a:r>
              <a:rPr lang="en-US" err="1"/>
              <a:t>xác</a:t>
            </a:r>
            <a:r>
              <a:rPr lang="en-US"/>
              <a:t> epsilon = 0.0001</a:t>
            </a:r>
          </a:p>
        </p:txBody>
      </p:sp>
      <p:sp>
        <p:nvSpPr>
          <p:cNvPr id="4" name="Date Placeholder 3"/>
          <p:cNvSpPr>
            <a:spLocks noGrp="1"/>
          </p:cNvSpPr>
          <p:nvPr>
            <p:ph type="dt" sz="half" idx="10"/>
          </p:nvPr>
        </p:nvSpPr>
        <p:spPr/>
        <p:txBody>
          <a:bodyPr/>
          <a:lstStyle/>
          <a:p>
            <a:pPr>
              <a:defRPr/>
            </a:pPr>
            <a:r>
              <a:rPr lang="en-US"/>
              <a:t>Ngô Công Thắng</a:t>
            </a:r>
          </a:p>
        </p:txBody>
      </p:sp>
      <p:sp>
        <p:nvSpPr>
          <p:cNvPr id="5" name="Footer Placeholder 4"/>
          <p:cNvSpPr>
            <a:spLocks noGrp="1"/>
          </p:cNvSpPr>
          <p:nvPr>
            <p:ph type="ftr" sz="quarter" idx="11"/>
          </p:nvPr>
        </p:nvSpPr>
        <p:spPr/>
        <p:txBody>
          <a:bodyPr/>
          <a:lstStyle/>
          <a:p>
            <a:pPr>
              <a:defRPr/>
            </a:pPr>
            <a:r>
              <a:rPr lang="en-US"/>
              <a:t>Bài giảng Cấu trúc dữ liệu và giải thuật  -  Chương 01</a:t>
            </a:r>
          </a:p>
        </p:txBody>
      </p:sp>
      <p:sp>
        <p:nvSpPr>
          <p:cNvPr id="6" name="Slide Number Placeholder 5"/>
          <p:cNvSpPr>
            <a:spLocks noGrp="1"/>
          </p:cNvSpPr>
          <p:nvPr>
            <p:ph type="sldNum" sz="quarter" idx="12"/>
          </p:nvPr>
        </p:nvSpPr>
        <p:spPr/>
        <p:txBody>
          <a:bodyPr/>
          <a:lstStyle/>
          <a:p>
            <a:pPr>
              <a:defRPr/>
            </a:pPr>
            <a:r>
              <a:rPr lang="en-US"/>
              <a:t>1.</a:t>
            </a:r>
            <a:fld id="{8E1F47E7-8E8C-4477-81EA-1C90FCDB03FA}" type="slidenum">
              <a:rPr lang="en-US" smtClean="0"/>
              <a:pPr>
                <a:defRPr/>
              </a:pPr>
              <a:t>32</a:t>
            </a:fld>
            <a:endParaRPr lang="en-US"/>
          </a:p>
        </p:txBody>
      </p:sp>
      <p:sp>
        <p:nvSpPr>
          <p:cNvPr id="7"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8" name="Object 7"/>
          <p:cNvGraphicFramePr>
            <a:graphicFrameLocks noChangeAspect="1"/>
          </p:cNvGraphicFramePr>
          <p:nvPr>
            <p:extLst>
              <p:ext uri="{D42A27DB-BD31-4B8C-83A1-F6EECF244321}">
                <p14:modId xmlns:p14="http://schemas.microsoft.com/office/powerpoint/2010/main" val="4143883923"/>
              </p:ext>
            </p:extLst>
          </p:nvPr>
        </p:nvGraphicFramePr>
        <p:xfrm>
          <a:off x="1634836" y="3936206"/>
          <a:ext cx="5874328" cy="1180230"/>
        </p:xfrm>
        <a:graphic>
          <a:graphicData uri="http://schemas.openxmlformats.org/presentationml/2006/ole">
            <mc:AlternateContent xmlns:mc="http://schemas.openxmlformats.org/markup-compatibility/2006">
              <mc:Choice xmlns:v="urn:schemas-microsoft-com:vml" Requires="v">
                <p:oleObj name="Equation" r:id="rId2" imgW="491457" imgH="419059" progId="Equation.3">
                  <p:embed/>
                </p:oleObj>
              </mc:Choice>
              <mc:Fallback>
                <p:oleObj name="Equation" r:id="rId2" imgW="491457" imgH="419059" progId="Equation.3">
                  <p:embed/>
                  <p:pic>
                    <p:nvPicPr>
                      <p:cNvPr id="8" name="Object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34836" y="3936206"/>
                        <a:ext cx="5874328" cy="1180230"/>
                      </a:xfrm>
                      <a:prstGeom prst="rect">
                        <a:avLst/>
                      </a:prstGeom>
                      <a:solidFill>
                        <a:srgbClr val="FFFFFF"/>
                      </a:solidFill>
                    </p:spPr>
                  </p:pic>
                </p:oleObj>
              </mc:Fallback>
            </mc:AlternateContent>
          </a:graphicData>
        </a:graphic>
      </p:graphicFrame>
    </p:spTree>
    <p:extLst>
      <p:ext uri="{BB962C8B-B14F-4D97-AF65-F5344CB8AC3E}">
        <p14:creationId xmlns:p14="http://schemas.microsoft.com/office/powerpoint/2010/main" val="175201514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685572ED-6311-4734-8F49-797BE2E9C22F}"/>
              </a:ext>
            </a:extLst>
          </p:cNvPr>
          <p:cNvSpPr>
            <a:spLocks noGrp="1"/>
          </p:cNvSpPr>
          <p:nvPr>
            <p:ph type="dt" sz="half" idx="10"/>
          </p:nvPr>
        </p:nvSpPr>
        <p:spPr/>
        <p:txBody>
          <a:bodyPr/>
          <a:lstStyle/>
          <a:p>
            <a:pPr>
              <a:defRPr/>
            </a:pPr>
            <a:r>
              <a:rPr lang="en-US"/>
              <a:t>Ngô Công Thắng</a:t>
            </a:r>
          </a:p>
        </p:txBody>
      </p:sp>
      <p:sp>
        <p:nvSpPr>
          <p:cNvPr id="5" name="Footer Placeholder 4">
            <a:extLst>
              <a:ext uri="{FF2B5EF4-FFF2-40B4-BE49-F238E27FC236}">
                <a16:creationId xmlns:a16="http://schemas.microsoft.com/office/drawing/2014/main" id="{53D94582-F490-407C-887E-6047A7537A0F}"/>
              </a:ext>
            </a:extLst>
          </p:cNvPr>
          <p:cNvSpPr>
            <a:spLocks noGrp="1"/>
          </p:cNvSpPr>
          <p:nvPr>
            <p:ph type="ftr" sz="quarter" idx="11"/>
          </p:nvPr>
        </p:nvSpPr>
        <p:spPr/>
        <p:txBody>
          <a:bodyPr/>
          <a:lstStyle/>
          <a:p>
            <a:pPr>
              <a:defRPr/>
            </a:pPr>
            <a:r>
              <a:rPr lang="en-US"/>
              <a:t>Bài giảng Cấu trúc dữ liệu và giải thuật  -  Chương 01</a:t>
            </a:r>
          </a:p>
        </p:txBody>
      </p:sp>
      <p:sp>
        <p:nvSpPr>
          <p:cNvPr id="6" name="Slide Number Placeholder 5">
            <a:extLst>
              <a:ext uri="{FF2B5EF4-FFF2-40B4-BE49-F238E27FC236}">
                <a16:creationId xmlns:a16="http://schemas.microsoft.com/office/drawing/2014/main" id="{48C770DC-711E-4D94-B1B5-975AEFCA30EF}"/>
              </a:ext>
            </a:extLst>
          </p:cNvPr>
          <p:cNvSpPr>
            <a:spLocks noGrp="1"/>
          </p:cNvSpPr>
          <p:nvPr>
            <p:ph type="sldNum" sz="quarter" idx="12"/>
          </p:nvPr>
        </p:nvSpPr>
        <p:spPr/>
        <p:txBody>
          <a:bodyPr/>
          <a:lstStyle/>
          <a:p>
            <a:pPr>
              <a:defRPr/>
            </a:pPr>
            <a:r>
              <a:rPr lang="en-US"/>
              <a:t>1.</a:t>
            </a:r>
            <a:fld id="{8E1F47E7-8E8C-4477-81EA-1C90FCDB03FA}" type="slidenum">
              <a:rPr lang="en-US" smtClean="0"/>
              <a:pPr>
                <a:defRPr/>
              </a:pPr>
              <a:t>33</a:t>
            </a:fld>
            <a:endParaRPr lang="en-US"/>
          </a:p>
        </p:txBody>
      </p:sp>
      <p:sp>
        <p:nvSpPr>
          <p:cNvPr id="7" name="Oval 6">
            <a:extLst>
              <a:ext uri="{FF2B5EF4-FFF2-40B4-BE49-F238E27FC236}">
                <a16:creationId xmlns:a16="http://schemas.microsoft.com/office/drawing/2014/main" id="{941C6315-9564-4BC6-A6F2-14A847C9EBB8}"/>
              </a:ext>
            </a:extLst>
          </p:cNvPr>
          <p:cNvSpPr/>
          <p:nvPr/>
        </p:nvSpPr>
        <p:spPr bwMode="auto">
          <a:xfrm>
            <a:off x="3287730" y="289352"/>
            <a:ext cx="1818526" cy="562630"/>
          </a:xfrm>
          <a:prstGeom prst="ellipse">
            <a:avLst/>
          </a:prstGeom>
          <a:solidFill>
            <a:schemeClr val="accent1"/>
          </a:solidFill>
          <a:ln w="1905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2000" b="0" i="0" u="none" strike="noStrike" cap="none" normalizeH="0" baseline="0" err="1">
                <a:ln>
                  <a:noFill/>
                </a:ln>
                <a:solidFill>
                  <a:schemeClr val="tx1"/>
                </a:solidFill>
                <a:effectLst/>
                <a:latin typeface="Arial" charset="0"/>
                <a:cs typeface="Arial" charset="0"/>
              </a:rPr>
              <a:t>Bắt</a:t>
            </a:r>
            <a:r>
              <a:rPr kumimoji="0" lang="en-US" sz="2000" b="0" i="0" u="none" strike="noStrike" cap="none" normalizeH="0" baseline="0">
                <a:ln>
                  <a:noFill/>
                </a:ln>
                <a:solidFill>
                  <a:schemeClr val="tx1"/>
                </a:solidFill>
                <a:effectLst/>
                <a:latin typeface="Arial" charset="0"/>
                <a:cs typeface="Arial" charset="0"/>
              </a:rPr>
              <a:t> </a:t>
            </a:r>
            <a:r>
              <a:rPr kumimoji="0" lang="en-US" sz="2000" b="0" i="0" u="none" strike="noStrike" cap="none" normalizeH="0" baseline="0" err="1">
                <a:ln>
                  <a:noFill/>
                </a:ln>
                <a:solidFill>
                  <a:schemeClr val="tx1"/>
                </a:solidFill>
                <a:effectLst/>
                <a:latin typeface="Arial" charset="0"/>
                <a:cs typeface="Arial" charset="0"/>
              </a:rPr>
              <a:t>đầu</a:t>
            </a:r>
            <a:endParaRPr kumimoji="0" lang="en-US" sz="2000" b="0" i="0" u="none" strike="noStrike" cap="none" normalizeH="0" baseline="0">
              <a:ln>
                <a:noFill/>
              </a:ln>
              <a:solidFill>
                <a:schemeClr val="tx1"/>
              </a:solidFill>
              <a:effectLst/>
              <a:latin typeface="Arial" charset="0"/>
              <a:cs typeface="Arial" charset="0"/>
            </a:endParaRPr>
          </a:p>
        </p:txBody>
      </p:sp>
      <p:sp>
        <p:nvSpPr>
          <p:cNvPr id="8" name="Oval 7">
            <a:extLst>
              <a:ext uri="{FF2B5EF4-FFF2-40B4-BE49-F238E27FC236}">
                <a16:creationId xmlns:a16="http://schemas.microsoft.com/office/drawing/2014/main" id="{76EE89ED-AEED-47C8-AEB0-76A2DCCF3D0C}"/>
              </a:ext>
            </a:extLst>
          </p:cNvPr>
          <p:cNvSpPr/>
          <p:nvPr/>
        </p:nvSpPr>
        <p:spPr bwMode="auto">
          <a:xfrm>
            <a:off x="3287725" y="5356117"/>
            <a:ext cx="1818526" cy="562630"/>
          </a:xfrm>
          <a:prstGeom prst="ellipse">
            <a:avLst/>
          </a:prstGeom>
          <a:solidFill>
            <a:schemeClr val="accent1"/>
          </a:solidFill>
          <a:ln w="1905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2000" b="0" i="0" u="none" strike="noStrike" cap="none" normalizeH="0" baseline="0">
                <a:ln>
                  <a:noFill/>
                </a:ln>
                <a:solidFill>
                  <a:schemeClr val="tx1"/>
                </a:solidFill>
                <a:effectLst/>
                <a:latin typeface="Arial" charset="0"/>
                <a:cs typeface="Arial" charset="0"/>
              </a:rPr>
              <a:t>Kết thúc</a:t>
            </a:r>
          </a:p>
        </p:txBody>
      </p:sp>
      <p:sp>
        <p:nvSpPr>
          <p:cNvPr id="9" name="Rectangle 8">
            <a:extLst>
              <a:ext uri="{FF2B5EF4-FFF2-40B4-BE49-F238E27FC236}">
                <a16:creationId xmlns:a16="http://schemas.microsoft.com/office/drawing/2014/main" id="{BAB1CE0B-A853-416A-91D4-37E604EA0AE8}"/>
              </a:ext>
            </a:extLst>
          </p:cNvPr>
          <p:cNvSpPr/>
          <p:nvPr/>
        </p:nvSpPr>
        <p:spPr bwMode="auto">
          <a:xfrm>
            <a:off x="3287730" y="1464094"/>
            <a:ext cx="1818526" cy="400110"/>
          </a:xfrm>
          <a:prstGeom prst="rect">
            <a:avLst/>
          </a:prstGeom>
          <a:solidFill>
            <a:schemeClr val="accent1"/>
          </a:solidFill>
          <a:ln w="1905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l" defTabSz="914400" rtl="0" eaLnBrk="1" fontAlgn="base" latinLnBrk="0" hangingPunct="1">
              <a:lnSpc>
                <a:spcPct val="100000"/>
              </a:lnSpc>
              <a:spcBef>
                <a:spcPct val="0"/>
              </a:spcBef>
              <a:spcAft>
                <a:spcPct val="0"/>
              </a:spcAft>
              <a:buClrTx/>
              <a:buSzTx/>
              <a:buFontTx/>
              <a:buNone/>
              <a:tabLst/>
            </a:pPr>
            <a:r>
              <a:rPr kumimoji="0" lang="en-US" sz="2000" b="0" i="0" u="none" strike="noStrike" cap="none" normalizeH="0" baseline="0">
                <a:ln>
                  <a:noFill/>
                </a:ln>
                <a:solidFill>
                  <a:schemeClr val="tx1"/>
                </a:solidFill>
                <a:effectLst/>
                <a:latin typeface="Arial" charset="0"/>
                <a:cs typeface="Arial" charset="0"/>
              </a:rPr>
              <a:t>Nhập vào a, b</a:t>
            </a:r>
          </a:p>
        </p:txBody>
      </p:sp>
      <p:sp>
        <p:nvSpPr>
          <p:cNvPr id="10" name="Rectangle 9">
            <a:extLst>
              <a:ext uri="{FF2B5EF4-FFF2-40B4-BE49-F238E27FC236}">
                <a16:creationId xmlns:a16="http://schemas.microsoft.com/office/drawing/2014/main" id="{0A34BD9B-B7BE-493E-9564-E59B680956C2}"/>
              </a:ext>
            </a:extLst>
          </p:cNvPr>
          <p:cNvSpPr/>
          <p:nvPr/>
        </p:nvSpPr>
        <p:spPr bwMode="auto">
          <a:xfrm>
            <a:off x="3287730" y="2476315"/>
            <a:ext cx="1818526" cy="400110"/>
          </a:xfrm>
          <a:prstGeom prst="rect">
            <a:avLst/>
          </a:prstGeom>
          <a:solidFill>
            <a:schemeClr val="accent1"/>
          </a:solidFill>
          <a:ln w="1905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ctr" defTabSz="914400" rtl="0" eaLnBrk="1" fontAlgn="base" latinLnBrk="0" hangingPunct="1">
              <a:lnSpc>
                <a:spcPct val="100000"/>
              </a:lnSpc>
              <a:spcBef>
                <a:spcPct val="0"/>
              </a:spcBef>
              <a:spcAft>
                <a:spcPct val="0"/>
              </a:spcAft>
              <a:buClrTx/>
              <a:buSzTx/>
              <a:buFontTx/>
              <a:buNone/>
              <a:tabLst/>
            </a:pPr>
            <a:r>
              <a:rPr lang="en-US" sz="2000"/>
              <a:t> r := </a:t>
            </a:r>
            <a:r>
              <a:rPr kumimoji="0" lang="en-US" sz="2000" b="0" i="0" u="none" strike="noStrike" cap="none" normalizeH="0" baseline="0">
                <a:ln>
                  <a:noFill/>
                </a:ln>
                <a:solidFill>
                  <a:schemeClr val="tx1"/>
                </a:solidFill>
                <a:effectLst/>
                <a:latin typeface="Arial" charset="0"/>
                <a:cs typeface="Arial" charset="0"/>
              </a:rPr>
              <a:t>a mod b</a:t>
            </a:r>
          </a:p>
        </p:txBody>
      </p:sp>
      <p:sp>
        <p:nvSpPr>
          <p:cNvPr id="11" name="Diamond 10">
            <a:extLst>
              <a:ext uri="{FF2B5EF4-FFF2-40B4-BE49-F238E27FC236}">
                <a16:creationId xmlns:a16="http://schemas.microsoft.com/office/drawing/2014/main" id="{76E9B8F8-4A72-40D3-A3CF-68601ADFC98C}"/>
              </a:ext>
            </a:extLst>
          </p:cNvPr>
          <p:cNvSpPr/>
          <p:nvPr/>
        </p:nvSpPr>
        <p:spPr bwMode="auto">
          <a:xfrm>
            <a:off x="3287731" y="3356973"/>
            <a:ext cx="1818525" cy="733663"/>
          </a:xfrm>
          <a:prstGeom prst="diamond">
            <a:avLst/>
          </a:prstGeom>
          <a:solidFill>
            <a:schemeClr val="accent1"/>
          </a:solidFill>
          <a:ln w="1905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chemeClr val="tx1"/>
                </a:solidFill>
                <a:effectLst/>
                <a:latin typeface="Arial" charset="0"/>
                <a:cs typeface="Arial" charset="0"/>
              </a:rPr>
              <a:t> r = 0</a:t>
            </a:r>
          </a:p>
        </p:txBody>
      </p:sp>
      <p:sp>
        <p:nvSpPr>
          <p:cNvPr id="12" name="Rectangle 11">
            <a:extLst>
              <a:ext uri="{FF2B5EF4-FFF2-40B4-BE49-F238E27FC236}">
                <a16:creationId xmlns:a16="http://schemas.microsoft.com/office/drawing/2014/main" id="{88982706-C290-45A9-82C4-ECA4C6C820EB}"/>
              </a:ext>
            </a:extLst>
          </p:cNvPr>
          <p:cNvSpPr/>
          <p:nvPr/>
        </p:nvSpPr>
        <p:spPr bwMode="auto">
          <a:xfrm>
            <a:off x="3287730" y="4500758"/>
            <a:ext cx="1818526" cy="400110"/>
          </a:xfrm>
          <a:prstGeom prst="rect">
            <a:avLst/>
          </a:prstGeom>
          <a:solidFill>
            <a:schemeClr val="accent1"/>
          </a:solidFill>
          <a:ln w="1905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ctr" defTabSz="914400" rtl="0" eaLnBrk="1" fontAlgn="base" latinLnBrk="0" hangingPunct="1">
              <a:lnSpc>
                <a:spcPct val="100000"/>
              </a:lnSpc>
              <a:spcBef>
                <a:spcPct val="0"/>
              </a:spcBef>
              <a:spcAft>
                <a:spcPct val="0"/>
              </a:spcAft>
              <a:buClrTx/>
              <a:buSzTx/>
              <a:buFontTx/>
              <a:buNone/>
              <a:tabLst/>
            </a:pPr>
            <a:r>
              <a:rPr lang="en-US" sz="2000"/>
              <a:t> Đưa ra b</a:t>
            </a:r>
            <a:endParaRPr kumimoji="0" lang="en-US" sz="2000" b="0" i="0" u="none" strike="noStrike" cap="none" normalizeH="0" baseline="0">
              <a:ln>
                <a:noFill/>
              </a:ln>
              <a:solidFill>
                <a:schemeClr val="tx1"/>
              </a:solidFill>
              <a:effectLst/>
              <a:latin typeface="Arial" charset="0"/>
              <a:cs typeface="Arial" charset="0"/>
            </a:endParaRPr>
          </a:p>
        </p:txBody>
      </p:sp>
      <p:cxnSp>
        <p:nvCxnSpPr>
          <p:cNvPr id="14" name="Straight Arrow Connector 13">
            <a:extLst>
              <a:ext uri="{FF2B5EF4-FFF2-40B4-BE49-F238E27FC236}">
                <a16:creationId xmlns:a16="http://schemas.microsoft.com/office/drawing/2014/main" id="{44474B68-B567-4145-9613-35D84C6CB7EE}"/>
              </a:ext>
            </a:extLst>
          </p:cNvPr>
          <p:cNvCxnSpPr>
            <a:cxnSpLocks/>
            <a:stCxn id="7" idx="4"/>
            <a:endCxn id="9" idx="0"/>
          </p:cNvCxnSpPr>
          <p:nvPr/>
        </p:nvCxnSpPr>
        <p:spPr bwMode="auto">
          <a:xfrm>
            <a:off x="4196993" y="851982"/>
            <a:ext cx="0" cy="612112"/>
          </a:xfrm>
          <a:prstGeom prst="straightConnector1">
            <a:avLst/>
          </a:prstGeom>
          <a:solidFill>
            <a:schemeClr val="accent1"/>
          </a:solidFill>
          <a:ln w="19050" cap="flat" cmpd="sng" algn="ctr">
            <a:solidFill>
              <a:schemeClr val="tx1"/>
            </a:solidFill>
            <a:prstDash val="solid"/>
            <a:round/>
            <a:headEnd type="none" w="med" len="med"/>
            <a:tailEnd type="triangle"/>
          </a:ln>
          <a:effectLst/>
        </p:spPr>
      </p:cxnSp>
      <p:cxnSp>
        <p:nvCxnSpPr>
          <p:cNvPr id="18" name="Straight Arrow Connector 17">
            <a:extLst>
              <a:ext uri="{FF2B5EF4-FFF2-40B4-BE49-F238E27FC236}">
                <a16:creationId xmlns:a16="http://schemas.microsoft.com/office/drawing/2014/main" id="{44882D97-E6F9-41EA-A346-67BCF15AA20E}"/>
              </a:ext>
            </a:extLst>
          </p:cNvPr>
          <p:cNvCxnSpPr>
            <a:cxnSpLocks/>
          </p:cNvCxnSpPr>
          <p:nvPr/>
        </p:nvCxnSpPr>
        <p:spPr bwMode="auto">
          <a:xfrm>
            <a:off x="4196993" y="1864204"/>
            <a:ext cx="0" cy="612112"/>
          </a:xfrm>
          <a:prstGeom prst="straightConnector1">
            <a:avLst/>
          </a:prstGeom>
          <a:solidFill>
            <a:schemeClr val="accent1"/>
          </a:solidFill>
          <a:ln w="19050" cap="flat" cmpd="sng" algn="ctr">
            <a:solidFill>
              <a:schemeClr val="tx1"/>
            </a:solidFill>
            <a:prstDash val="solid"/>
            <a:round/>
            <a:headEnd type="none" w="med" len="med"/>
            <a:tailEnd type="triangle"/>
          </a:ln>
          <a:effectLst/>
        </p:spPr>
      </p:cxnSp>
      <p:cxnSp>
        <p:nvCxnSpPr>
          <p:cNvPr id="19" name="Straight Arrow Connector 18">
            <a:extLst>
              <a:ext uri="{FF2B5EF4-FFF2-40B4-BE49-F238E27FC236}">
                <a16:creationId xmlns:a16="http://schemas.microsoft.com/office/drawing/2014/main" id="{FD00C0F5-850B-4B46-A5E3-3942283E5168}"/>
              </a:ext>
            </a:extLst>
          </p:cNvPr>
          <p:cNvCxnSpPr>
            <a:cxnSpLocks/>
            <a:stCxn id="10" idx="2"/>
          </p:cNvCxnSpPr>
          <p:nvPr/>
        </p:nvCxnSpPr>
        <p:spPr bwMode="auto">
          <a:xfrm>
            <a:off x="4196993" y="2876425"/>
            <a:ext cx="0" cy="480548"/>
          </a:xfrm>
          <a:prstGeom prst="straightConnector1">
            <a:avLst/>
          </a:prstGeom>
          <a:solidFill>
            <a:schemeClr val="accent1"/>
          </a:solidFill>
          <a:ln w="19050" cap="flat" cmpd="sng" algn="ctr">
            <a:solidFill>
              <a:schemeClr val="tx1"/>
            </a:solidFill>
            <a:prstDash val="solid"/>
            <a:round/>
            <a:headEnd type="none" w="med" len="med"/>
            <a:tailEnd type="triangle"/>
          </a:ln>
          <a:effectLst/>
        </p:spPr>
      </p:cxnSp>
      <p:cxnSp>
        <p:nvCxnSpPr>
          <p:cNvPr id="21" name="Straight Arrow Connector 20">
            <a:extLst>
              <a:ext uri="{FF2B5EF4-FFF2-40B4-BE49-F238E27FC236}">
                <a16:creationId xmlns:a16="http://schemas.microsoft.com/office/drawing/2014/main" id="{FE0E7025-4E1B-496D-8C20-392E74F69D44}"/>
              </a:ext>
            </a:extLst>
          </p:cNvPr>
          <p:cNvCxnSpPr>
            <a:cxnSpLocks/>
            <a:endCxn id="12" idx="0"/>
          </p:cNvCxnSpPr>
          <p:nvPr/>
        </p:nvCxnSpPr>
        <p:spPr bwMode="auto">
          <a:xfrm>
            <a:off x="4196993" y="4090636"/>
            <a:ext cx="0" cy="410122"/>
          </a:xfrm>
          <a:prstGeom prst="straightConnector1">
            <a:avLst/>
          </a:prstGeom>
          <a:solidFill>
            <a:schemeClr val="accent1"/>
          </a:solidFill>
          <a:ln w="19050" cap="flat" cmpd="sng" algn="ctr">
            <a:solidFill>
              <a:schemeClr val="tx1"/>
            </a:solidFill>
            <a:prstDash val="solid"/>
            <a:round/>
            <a:headEnd type="none" w="med" len="med"/>
            <a:tailEnd type="triangle"/>
          </a:ln>
          <a:effectLst/>
        </p:spPr>
      </p:cxnSp>
      <p:cxnSp>
        <p:nvCxnSpPr>
          <p:cNvPr id="23" name="Straight Arrow Connector 22">
            <a:extLst>
              <a:ext uri="{FF2B5EF4-FFF2-40B4-BE49-F238E27FC236}">
                <a16:creationId xmlns:a16="http://schemas.microsoft.com/office/drawing/2014/main" id="{00435CFB-20C4-4C9F-BCDC-D652F6E1E68E}"/>
              </a:ext>
            </a:extLst>
          </p:cNvPr>
          <p:cNvCxnSpPr>
            <a:cxnSpLocks/>
          </p:cNvCxnSpPr>
          <p:nvPr/>
        </p:nvCxnSpPr>
        <p:spPr bwMode="auto">
          <a:xfrm>
            <a:off x="4196993" y="4900868"/>
            <a:ext cx="0" cy="455249"/>
          </a:xfrm>
          <a:prstGeom prst="straightConnector1">
            <a:avLst/>
          </a:prstGeom>
          <a:solidFill>
            <a:schemeClr val="accent1"/>
          </a:solidFill>
          <a:ln w="19050" cap="flat" cmpd="sng" algn="ctr">
            <a:solidFill>
              <a:schemeClr val="tx1"/>
            </a:solidFill>
            <a:prstDash val="solid"/>
            <a:round/>
            <a:headEnd type="none" w="med" len="med"/>
            <a:tailEnd type="triangle"/>
          </a:ln>
          <a:effectLst/>
        </p:spPr>
      </p:cxnSp>
      <p:sp>
        <p:nvSpPr>
          <p:cNvPr id="25" name="TextBox 24">
            <a:extLst>
              <a:ext uri="{FF2B5EF4-FFF2-40B4-BE49-F238E27FC236}">
                <a16:creationId xmlns:a16="http://schemas.microsoft.com/office/drawing/2014/main" id="{8E0D8180-D54C-4EFA-AB36-683C2BC7D14B}"/>
              </a:ext>
            </a:extLst>
          </p:cNvPr>
          <p:cNvSpPr txBox="1"/>
          <p:nvPr/>
        </p:nvSpPr>
        <p:spPr>
          <a:xfrm>
            <a:off x="4207259" y="4045509"/>
            <a:ext cx="780418" cy="369332"/>
          </a:xfrm>
          <a:prstGeom prst="rect">
            <a:avLst/>
          </a:prstGeom>
          <a:noFill/>
        </p:spPr>
        <p:txBody>
          <a:bodyPr wrap="square" rtlCol="0">
            <a:spAutoFit/>
          </a:bodyPr>
          <a:lstStyle/>
          <a:p>
            <a:r>
              <a:rPr lang="en-US"/>
              <a:t>Đúng</a:t>
            </a:r>
          </a:p>
        </p:txBody>
      </p:sp>
      <p:sp>
        <p:nvSpPr>
          <p:cNvPr id="26" name="TextBox 25">
            <a:extLst>
              <a:ext uri="{FF2B5EF4-FFF2-40B4-BE49-F238E27FC236}">
                <a16:creationId xmlns:a16="http://schemas.microsoft.com/office/drawing/2014/main" id="{E2369CF5-B9D0-424A-9737-EE944C13DACA}"/>
              </a:ext>
            </a:extLst>
          </p:cNvPr>
          <p:cNvSpPr txBox="1"/>
          <p:nvPr/>
        </p:nvSpPr>
        <p:spPr>
          <a:xfrm>
            <a:off x="2817260" y="3340076"/>
            <a:ext cx="541961" cy="369332"/>
          </a:xfrm>
          <a:prstGeom prst="rect">
            <a:avLst/>
          </a:prstGeom>
          <a:noFill/>
        </p:spPr>
        <p:txBody>
          <a:bodyPr wrap="square" rtlCol="0">
            <a:spAutoFit/>
          </a:bodyPr>
          <a:lstStyle/>
          <a:p>
            <a:r>
              <a:rPr lang="en-US"/>
              <a:t>Sai</a:t>
            </a:r>
          </a:p>
        </p:txBody>
      </p:sp>
      <p:sp>
        <p:nvSpPr>
          <p:cNvPr id="27" name="Rectangle 26">
            <a:extLst>
              <a:ext uri="{FF2B5EF4-FFF2-40B4-BE49-F238E27FC236}">
                <a16:creationId xmlns:a16="http://schemas.microsoft.com/office/drawing/2014/main" id="{6F81F6FF-6988-4F88-A6CD-C7CA50161982}"/>
              </a:ext>
            </a:extLst>
          </p:cNvPr>
          <p:cNvSpPr/>
          <p:nvPr/>
        </p:nvSpPr>
        <p:spPr bwMode="auto">
          <a:xfrm>
            <a:off x="678522" y="3559325"/>
            <a:ext cx="1818526" cy="400110"/>
          </a:xfrm>
          <a:prstGeom prst="rect">
            <a:avLst/>
          </a:prstGeom>
          <a:solidFill>
            <a:schemeClr val="accent1"/>
          </a:solidFill>
          <a:ln w="1905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ctr" defTabSz="914400" rtl="0" eaLnBrk="1" fontAlgn="base" latinLnBrk="0" hangingPunct="1">
              <a:lnSpc>
                <a:spcPct val="100000"/>
              </a:lnSpc>
              <a:spcBef>
                <a:spcPct val="0"/>
              </a:spcBef>
              <a:spcAft>
                <a:spcPct val="0"/>
              </a:spcAft>
              <a:buClrTx/>
              <a:buSzTx/>
              <a:buFontTx/>
              <a:buNone/>
              <a:tabLst/>
            </a:pPr>
            <a:r>
              <a:rPr lang="en-US" sz="2000"/>
              <a:t> </a:t>
            </a:r>
            <a:r>
              <a:rPr kumimoji="0" lang="en-US" sz="2000" b="0" i="0" u="none" strike="noStrike" cap="none" normalizeH="0" baseline="0">
                <a:ln>
                  <a:noFill/>
                </a:ln>
                <a:solidFill>
                  <a:schemeClr val="tx1"/>
                </a:solidFill>
                <a:effectLst/>
                <a:latin typeface="Arial" charset="0"/>
                <a:cs typeface="Arial" charset="0"/>
              </a:rPr>
              <a:t>a := b; </a:t>
            </a:r>
            <a:r>
              <a:rPr lang="en-US" sz="2000"/>
              <a:t>b := r</a:t>
            </a:r>
            <a:endParaRPr kumimoji="0" lang="en-US" sz="2000" b="0" i="0" u="none" strike="noStrike" cap="none" normalizeH="0" baseline="0">
              <a:ln>
                <a:noFill/>
              </a:ln>
              <a:solidFill>
                <a:schemeClr val="tx1"/>
              </a:solidFill>
              <a:effectLst/>
              <a:latin typeface="Arial" charset="0"/>
              <a:cs typeface="Arial" charset="0"/>
            </a:endParaRPr>
          </a:p>
        </p:txBody>
      </p:sp>
      <p:cxnSp>
        <p:nvCxnSpPr>
          <p:cNvPr id="29" name="Straight Arrow Connector 28">
            <a:extLst>
              <a:ext uri="{FF2B5EF4-FFF2-40B4-BE49-F238E27FC236}">
                <a16:creationId xmlns:a16="http://schemas.microsoft.com/office/drawing/2014/main" id="{DABE150B-D7C4-4819-9CF5-AD2B23672652}"/>
              </a:ext>
            </a:extLst>
          </p:cNvPr>
          <p:cNvCxnSpPr>
            <a:cxnSpLocks/>
            <a:endCxn id="27" idx="3"/>
          </p:cNvCxnSpPr>
          <p:nvPr/>
        </p:nvCxnSpPr>
        <p:spPr bwMode="auto">
          <a:xfrm flipH="1">
            <a:off x="2497048" y="3731274"/>
            <a:ext cx="854468" cy="28106"/>
          </a:xfrm>
          <a:prstGeom prst="straightConnector1">
            <a:avLst/>
          </a:prstGeom>
          <a:solidFill>
            <a:schemeClr val="accent1"/>
          </a:solidFill>
          <a:ln w="19050" cap="flat" cmpd="sng" algn="ctr">
            <a:solidFill>
              <a:schemeClr val="tx1"/>
            </a:solidFill>
            <a:prstDash val="solid"/>
            <a:round/>
            <a:headEnd type="none" w="med" len="med"/>
            <a:tailEnd type="triangle"/>
          </a:ln>
          <a:effectLst/>
        </p:spPr>
      </p:cxnSp>
      <p:sp>
        <p:nvSpPr>
          <p:cNvPr id="33" name="Freeform: Shape 32">
            <a:extLst>
              <a:ext uri="{FF2B5EF4-FFF2-40B4-BE49-F238E27FC236}">
                <a16:creationId xmlns:a16="http://schemas.microsoft.com/office/drawing/2014/main" id="{C4C3BFCA-500F-47D0-802E-77D166C5CF12}"/>
              </a:ext>
            </a:extLst>
          </p:cNvPr>
          <p:cNvSpPr/>
          <p:nvPr/>
        </p:nvSpPr>
        <p:spPr bwMode="auto">
          <a:xfrm>
            <a:off x="1571946" y="2167847"/>
            <a:ext cx="2609636" cy="1387011"/>
          </a:xfrm>
          <a:custGeom>
            <a:avLst/>
            <a:gdLst>
              <a:gd name="connsiteX0" fmla="*/ 0 w 2609636"/>
              <a:gd name="connsiteY0" fmla="*/ 1387011 h 1387011"/>
              <a:gd name="connsiteX1" fmla="*/ 0 w 2609636"/>
              <a:gd name="connsiteY1" fmla="*/ 0 h 1387011"/>
              <a:gd name="connsiteX2" fmla="*/ 2609636 w 2609636"/>
              <a:gd name="connsiteY2" fmla="*/ 0 h 1387011"/>
            </a:gdLst>
            <a:ahLst/>
            <a:cxnLst>
              <a:cxn ang="0">
                <a:pos x="connsiteX0" y="connsiteY0"/>
              </a:cxn>
              <a:cxn ang="0">
                <a:pos x="connsiteX1" y="connsiteY1"/>
              </a:cxn>
              <a:cxn ang="0">
                <a:pos x="connsiteX2" y="connsiteY2"/>
              </a:cxn>
            </a:cxnLst>
            <a:rect l="l" t="t" r="r" b="b"/>
            <a:pathLst>
              <a:path w="2609636" h="1387011">
                <a:moveTo>
                  <a:pt x="0" y="1387011"/>
                </a:moveTo>
                <a:lnTo>
                  <a:pt x="0" y="0"/>
                </a:lnTo>
                <a:lnTo>
                  <a:pt x="2609636" y="0"/>
                </a:lnTo>
              </a:path>
            </a:pathLst>
          </a:custGeom>
          <a:noFill/>
          <a:ln w="19050" cap="flat" cmpd="sng" algn="ctr">
            <a:solidFill>
              <a:schemeClr val="tx1"/>
            </a:solidFill>
            <a:prstDash val="solid"/>
            <a:round/>
            <a:headEnd type="none" w="med" len="med"/>
            <a:tailEnd type="triangle" w="med" len="med"/>
          </a:ln>
          <a:effectLst/>
        </p:spPr>
        <p:txBody>
          <a:bodyPr vert="horz" wrap="square" lIns="91440" tIns="45720" rIns="91440" bIns="45720" numCol="1" rtlCol="0" anchor="t" anchorCtr="0" compatLnSpc="1">
            <a:prstTxWarp prst="textNoShape">
              <a:avLst/>
            </a:prstTxWarp>
            <a:spAutoFit/>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cs typeface="Arial" charset="0"/>
            </a:endParaRPr>
          </a:p>
        </p:txBody>
      </p:sp>
      <p:sp>
        <p:nvSpPr>
          <p:cNvPr id="2" name="TextBox 1">
            <a:extLst>
              <a:ext uri="{FF2B5EF4-FFF2-40B4-BE49-F238E27FC236}">
                <a16:creationId xmlns:a16="http://schemas.microsoft.com/office/drawing/2014/main" id="{1E23034C-ABC3-4E0A-800C-3A9DC5B07A0C}"/>
              </a:ext>
            </a:extLst>
          </p:cNvPr>
          <p:cNvSpPr txBox="1"/>
          <p:nvPr/>
        </p:nvSpPr>
        <p:spPr>
          <a:xfrm>
            <a:off x="207627" y="217599"/>
            <a:ext cx="2609633" cy="646331"/>
          </a:xfrm>
          <a:prstGeom prst="rect">
            <a:avLst/>
          </a:prstGeom>
          <a:noFill/>
        </p:spPr>
        <p:txBody>
          <a:bodyPr wrap="square" rtlCol="0">
            <a:spAutoFit/>
          </a:bodyPr>
          <a:lstStyle/>
          <a:p>
            <a:r>
              <a:rPr lang="en-US"/>
              <a:t>Tìm USCLN của hai số nguyên dương a và b</a:t>
            </a:r>
          </a:p>
        </p:txBody>
      </p:sp>
    </p:spTree>
    <p:extLst>
      <p:ext uri="{BB962C8B-B14F-4D97-AF65-F5344CB8AC3E}">
        <p14:creationId xmlns:p14="http://schemas.microsoft.com/office/powerpoint/2010/main" val="199979023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Rectangle 27">
            <a:extLst>
              <a:ext uri="{FF2B5EF4-FFF2-40B4-BE49-F238E27FC236}">
                <a16:creationId xmlns:a16="http://schemas.microsoft.com/office/drawing/2014/main" id="{CD12A624-592D-4B18-90F5-D64BBC7C30E5}"/>
              </a:ext>
            </a:extLst>
          </p:cNvPr>
          <p:cNvSpPr/>
          <p:nvPr/>
        </p:nvSpPr>
        <p:spPr bwMode="auto">
          <a:xfrm>
            <a:off x="3919589" y="2872144"/>
            <a:ext cx="1453790" cy="923330"/>
          </a:xfrm>
          <a:prstGeom prst="rect">
            <a:avLst/>
          </a:prstGeom>
          <a:solidFill>
            <a:schemeClr val="accent1"/>
          </a:solidFill>
          <a:ln w="1905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cs typeface="Arial" charset="0"/>
            </a:endParaRPr>
          </a:p>
        </p:txBody>
      </p:sp>
      <p:sp>
        <p:nvSpPr>
          <p:cNvPr id="4" name="Date Placeholder 3">
            <a:extLst>
              <a:ext uri="{FF2B5EF4-FFF2-40B4-BE49-F238E27FC236}">
                <a16:creationId xmlns:a16="http://schemas.microsoft.com/office/drawing/2014/main" id="{343E077A-177A-459D-822B-3C534710902E}"/>
              </a:ext>
            </a:extLst>
          </p:cNvPr>
          <p:cNvSpPr>
            <a:spLocks noGrp="1"/>
          </p:cNvSpPr>
          <p:nvPr>
            <p:ph type="dt" sz="half" idx="10"/>
          </p:nvPr>
        </p:nvSpPr>
        <p:spPr/>
        <p:txBody>
          <a:bodyPr/>
          <a:lstStyle/>
          <a:p>
            <a:pPr>
              <a:defRPr/>
            </a:pPr>
            <a:r>
              <a:rPr lang="en-US"/>
              <a:t>Ngô Công Thắng</a:t>
            </a:r>
          </a:p>
        </p:txBody>
      </p:sp>
      <p:sp>
        <p:nvSpPr>
          <p:cNvPr id="5" name="Footer Placeholder 4">
            <a:extLst>
              <a:ext uri="{FF2B5EF4-FFF2-40B4-BE49-F238E27FC236}">
                <a16:creationId xmlns:a16="http://schemas.microsoft.com/office/drawing/2014/main" id="{5E695BF4-3829-4F9A-83B6-B19FAE862CCA}"/>
              </a:ext>
            </a:extLst>
          </p:cNvPr>
          <p:cNvSpPr>
            <a:spLocks noGrp="1"/>
          </p:cNvSpPr>
          <p:nvPr>
            <p:ph type="ftr" sz="quarter" idx="11"/>
          </p:nvPr>
        </p:nvSpPr>
        <p:spPr/>
        <p:txBody>
          <a:bodyPr/>
          <a:lstStyle/>
          <a:p>
            <a:pPr>
              <a:defRPr/>
            </a:pPr>
            <a:r>
              <a:rPr lang="en-US"/>
              <a:t>Bài giảng Cấu trúc dữ liệu và giải thuật  -  Chương 01</a:t>
            </a:r>
          </a:p>
        </p:txBody>
      </p:sp>
      <p:sp>
        <p:nvSpPr>
          <p:cNvPr id="6" name="Slide Number Placeholder 5">
            <a:extLst>
              <a:ext uri="{FF2B5EF4-FFF2-40B4-BE49-F238E27FC236}">
                <a16:creationId xmlns:a16="http://schemas.microsoft.com/office/drawing/2014/main" id="{2AFA4FC1-1C29-46BB-B099-21E2EC8413AA}"/>
              </a:ext>
            </a:extLst>
          </p:cNvPr>
          <p:cNvSpPr>
            <a:spLocks noGrp="1"/>
          </p:cNvSpPr>
          <p:nvPr>
            <p:ph type="sldNum" sz="quarter" idx="12"/>
          </p:nvPr>
        </p:nvSpPr>
        <p:spPr/>
        <p:txBody>
          <a:bodyPr/>
          <a:lstStyle/>
          <a:p>
            <a:pPr>
              <a:defRPr/>
            </a:pPr>
            <a:r>
              <a:rPr lang="en-US"/>
              <a:t>1.</a:t>
            </a:r>
            <a:fld id="{8E1F47E7-8E8C-4477-81EA-1C90FCDB03FA}" type="slidenum">
              <a:rPr lang="en-US" smtClean="0"/>
              <a:pPr>
                <a:defRPr/>
              </a:pPr>
              <a:t>34</a:t>
            </a:fld>
            <a:endParaRPr lang="en-US"/>
          </a:p>
        </p:txBody>
      </p:sp>
      <p:sp>
        <p:nvSpPr>
          <p:cNvPr id="8" name="Oval 7">
            <a:extLst>
              <a:ext uri="{FF2B5EF4-FFF2-40B4-BE49-F238E27FC236}">
                <a16:creationId xmlns:a16="http://schemas.microsoft.com/office/drawing/2014/main" id="{B0AB9B24-9D59-41DC-A784-5E613747C1F4}"/>
              </a:ext>
            </a:extLst>
          </p:cNvPr>
          <p:cNvSpPr/>
          <p:nvPr/>
        </p:nvSpPr>
        <p:spPr bwMode="auto">
          <a:xfrm>
            <a:off x="3919591" y="127000"/>
            <a:ext cx="1453792" cy="575353"/>
          </a:xfrm>
          <a:prstGeom prst="ellipse">
            <a:avLst/>
          </a:prstGeom>
          <a:solidFill>
            <a:schemeClr val="accent1"/>
          </a:solidFill>
          <a:ln w="1905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cs typeface="Arial" charset="0"/>
            </a:endParaRPr>
          </a:p>
        </p:txBody>
      </p:sp>
      <p:sp>
        <p:nvSpPr>
          <p:cNvPr id="9" name="TextBox 8">
            <a:extLst>
              <a:ext uri="{FF2B5EF4-FFF2-40B4-BE49-F238E27FC236}">
                <a16:creationId xmlns:a16="http://schemas.microsoft.com/office/drawing/2014/main" id="{11590635-3CF6-46DC-9A09-9F7C7BDAAEE2}"/>
              </a:ext>
            </a:extLst>
          </p:cNvPr>
          <p:cNvSpPr txBox="1"/>
          <p:nvPr/>
        </p:nvSpPr>
        <p:spPr>
          <a:xfrm>
            <a:off x="4139556" y="230010"/>
            <a:ext cx="1013860" cy="369332"/>
          </a:xfrm>
          <a:prstGeom prst="rect">
            <a:avLst/>
          </a:prstGeom>
          <a:noFill/>
        </p:spPr>
        <p:txBody>
          <a:bodyPr wrap="square" rtlCol="0">
            <a:spAutoFit/>
          </a:bodyPr>
          <a:lstStyle/>
          <a:p>
            <a:r>
              <a:rPr lang="en-US"/>
              <a:t>Bắt đầu</a:t>
            </a:r>
          </a:p>
        </p:txBody>
      </p:sp>
      <p:sp>
        <p:nvSpPr>
          <p:cNvPr id="10" name="Rectangle 9">
            <a:extLst>
              <a:ext uri="{FF2B5EF4-FFF2-40B4-BE49-F238E27FC236}">
                <a16:creationId xmlns:a16="http://schemas.microsoft.com/office/drawing/2014/main" id="{8ABA4A20-4A83-4E93-A320-62EC641328FA}"/>
              </a:ext>
            </a:extLst>
          </p:cNvPr>
          <p:cNvSpPr/>
          <p:nvPr/>
        </p:nvSpPr>
        <p:spPr bwMode="auto">
          <a:xfrm>
            <a:off x="3920143" y="1001520"/>
            <a:ext cx="1453793" cy="472611"/>
          </a:xfrm>
          <a:prstGeom prst="rect">
            <a:avLst/>
          </a:prstGeom>
          <a:solidFill>
            <a:schemeClr val="accent1"/>
          </a:solidFill>
          <a:ln w="1905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cs typeface="Arial" charset="0"/>
            </a:endParaRPr>
          </a:p>
        </p:txBody>
      </p:sp>
      <p:sp>
        <p:nvSpPr>
          <p:cNvPr id="11" name="TextBox 10">
            <a:extLst>
              <a:ext uri="{FF2B5EF4-FFF2-40B4-BE49-F238E27FC236}">
                <a16:creationId xmlns:a16="http://schemas.microsoft.com/office/drawing/2014/main" id="{94229385-93C4-471C-A770-08248D8A4897}"/>
              </a:ext>
            </a:extLst>
          </p:cNvPr>
          <p:cNvSpPr txBox="1"/>
          <p:nvPr/>
        </p:nvSpPr>
        <p:spPr>
          <a:xfrm>
            <a:off x="3919589" y="1021789"/>
            <a:ext cx="1453791" cy="369332"/>
          </a:xfrm>
          <a:prstGeom prst="rect">
            <a:avLst/>
          </a:prstGeom>
          <a:noFill/>
        </p:spPr>
        <p:txBody>
          <a:bodyPr wrap="square" rtlCol="0">
            <a:spAutoFit/>
          </a:bodyPr>
          <a:lstStyle/>
          <a:p>
            <a:r>
              <a:rPr lang="en-US"/>
              <a:t>Nhập vào x</a:t>
            </a:r>
          </a:p>
        </p:txBody>
      </p:sp>
      <p:sp>
        <p:nvSpPr>
          <p:cNvPr id="14" name="Rectangle 13">
            <a:extLst>
              <a:ext uri="{FF2B5EF4-FFF2-40B4-BE49-F238E27FC236}">
                <a16:creationId xmlns:a16="http://schemas.microsoft.com/office/drawing/2014/main" id="{55DE1A83-A82F-4677-B392-069DF4AB0A11}"/>
              </a:ext>
            </a:extLst>
          </p:cNvPr>
          <p:cNvSpPr/>
          <p:nvPr/>
        </p:nvSpPr>
        <p:spPr bwMode="auto">
          <a:xfrm>
            <a:off x="3919586" y="5354767"/>
            <a:ext cx="1453793" cy="472611"/>
          </a:xfrm>
          <a:prstGeom prst="rect">
            <a:avLst/>
          </a:prstGeom>
          <a:solidFill>
            <a:schemeClr val="accent1"/>
          </a:solidFill>
          <a:ln w="1905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cs typeface="Arial" charset="0"/>
            </a:endParaRPr>
          </a:p>
        </p:txBody>
      </p:sp>
      <p:sp>
        <p:nvSpPr>
          <p:cNvPr id="15" name="TextBox 14">
            <a:extLst>
              <a:ext uri="{FF2B5EF4-FFF2-40B4-BE49-F238E27FC236}">
                <a16:creationId xmlns:a16="http://schemas.microsoft.com/office/drawing/2014/main" id="{8A3A6326-F36C-45CE-8E92-1CA646BDE11F}"/>
              </a:ext>
            </a:extLst>
          </p:cNvPr>
          <p:cNvSpPr txBox="1"/>
          <p:nvPr/>
        </p:nvSpPr>
        <p:spPr>
          <a:xfrm>
            <a:off x="4061858" y="5422225"/>
            <a:ext cx="1091558" cy="376593"/>
          </a:xfrm>
          <a:prstGeom prst="rect">
            <a:avLst/>
          </a:prstGeom>
          <a:noFill/>
        </p:spPr>
        <p:txBody>
          <a:bodyPr wrap="square" rtlCol="0">
            <a:spAutoFit/>
          </a:bodyPr>
          <a:lstStyle/>
          <a:p>
            <a:r>
              <a:rPr lang="en-US"/>
              <a:t>Đưa ra s</a:t>
            </a:r>
          </a:p>
        </p:txBody>
      </p:sp>
      <p:cxnSp>
        <p:nvCxnSpPr>
          <p:cNvPr id="18" name="Straight Arrow Connector 17">
            <a:extLst>
              <a:ext uri="{FF2B5EF4-FFF2-40B4-BE49-F238E27FC236}">
                <a16:creationId xmlns:a16="http://schemas.microsoft.com/office/drawing/2014/main" id="{042D3717-631F-41C1-B50C-5221FA9F03EE}"/>
              </a:ext>
            </a:extLst>
          </p:cNvPr>
          <p:cNvCxnSpPr>
            <a:stCxn id="8" idx="4"/>
            <a:endCxn id="10" idx="0"/>
          </p:cNvCxnSpPr>
          <p:nvPr/>
        </p:nvCxnSpPr>
        <p:spPr bwMode="auto">
          <a:xfrm>
            <a:off x="4646487" y="702353"/>
            <a:ext cx="553" cy="299167"/>
          </a:xfrm>
          <a:prstGeom prst="straightConnector1">
            <a:avLst/>
          </a:prstGeom>
          <a:solidFill>
            <a:schemeClr val="accent1"/>
          </a:solidFill>
          <a:ln w="19050" cap="flat" cmpd="sng" algn="ctr">
            <a:solidFill>
              <a:schemeClr val="tx1"/>
            </a:solidFill>
            <a:prstDash val="solid"/>
            <a:round/>
            <a:headEnd type="none" w="med" len="med"/>
            <a:tailEnd type="triangle"/>
          </a:ln>
          <a:effectLst/>
        </p:spPr>
      </p:cxnSp>
      <p:cxnSp>
        <p:nvCxnSpPr>
          <p:cNvPr id="19" name="Straight Arrow Connector 18">
            <a:extLst>
              <a:ext uri="{FF2B5EF4-FFF2-40B4-BE49-F238E27FC236}">
                <a16:creationId xmlns:a16="http://schemas.microsoft.com/office/drawing/2014/main" id="{EA464542-B181-4E9C-8E07-6749EDC8AFAD}"/>
              </a:ext>
            </a:extLst>
          </p:cNvPr>
          <p:cNvCxnSpPr>
            <a:cxnSpLocks/>
          </p:cNvCxnSpPr>
          <p:nvPr/>
        </p:nvCxnSpPr>
        <p:spPr bwMode="auto">
          <a:xfrm>
            <a:off x="4646487" y="1483029"/>
            <a:ext cx="0" cy="376593"/>
          </a:xfrm>
          <a:prstGeom prst="straightConnector1">
            <a:avLst/>
          </a:prstGeom>
          <a:solidFill>
            <a:schemeClr val="accent1"/>
          </a:solidFill>
          <a:ln w="19050" cap="flat" cmpd="sng" algn="ctr">
            <a:solidFill>
              <a:schemeClr val="tx1"/>
            </a:solidFill>
            <a:prstDash val="solid"/>
            <a:round/>
            <a:headEnd type="none" w="med" len="med"/>
            <a:tailEnd type="triangle"/>
          </a:ln>
          <a:effectLst/>
        </p:spPr>
      </p:cxnSp>
      <p:sp>
        <p:nvSpPr>
          <p:cNvPr id="24" name="Rectangle 23">
            <a:extLst>
              <a:ext uri="{FF2B5EF4-FFF2-40B4-BE49-F238E27FC236}">
                <a16:creationId xmlns:a16="http://schemas.microsoft.com/office/drawing/2014/main" id="{B6E4F464-5688-4E58-9FEA-70B8F91B71C6}"/>
              </a:ext>
            </a:extLst>
          </p:cNvPr>
          <p:cNvSpPr/>
          <p:nvPr/>
        </p:nvSpPr>
        <p:spPr bwMode="auto">
          <a:xfrm>
            <a:off x="3919589" y="1854421"/>
            <a:ext cx="1453791" cy="646331"/>
          </a:xfrm>
          <a:prstGeom prst="rect">
            <a:avLst/>
          </a:prstGeom>
          <a:solidFill>
            <a:schemeClr val="accent1"/>
          </a:solidFill>
          <a:ln w="1905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cs typeface="Arial" charset="0"/>
            </a:endParaRPr>
          </a:p>
        </p:txBody>
      </p:sp>
      <p:sp>
        <p:nvSpPr>
          <p:cNvPr id="13" name="TextBox 12">
            <a:extLst>
              <a:ext uri="{FF2B5EF4-FFF2-40B4-BE49-F238E27FC236}">
                <a16:creationId xmlns:a16="http://schemas.microsoft.com/office/drawing/2014/main" id="{70714203-9514-4032-A9E5-15EAF2B9E19F}"/>
              </a:ext>
            </a:extLst>
          </p:cNvPr>
          <p:cNvSpPr txBox="1"/>
          <p:nvPr/>
        </p:nvSpPr>
        <p:spPr>
          <a:xfrm>
            <a:off x="4073702" y="1834152"/>
            <a:ext cx="1207216" cy="646331"/>
          </a:xfrm>
          <a:prstGeom prst="rect">
            <a:avLst/>
          </a:prstGeom>
          <a:noFill/>
        </p:spPr>
        <p:txBody>
          <a:bodyPr wrap="square" rtlCol="0">
            <a:spAutoFit/>
          </a:bodyPr>
          <a:lstStyle/>
          <a:p>
            <a:r>
              <a:rPr lang="en-US"/>
              <a:t>s:=1;</a:t>
            </a:r>
          </a:p>
          <a:p>
            <a:r>
              <a:rPr lang="en-US"/>
              <a:t>tg:=1; i:=0</a:t>
            </a:r>
          </a:p>
        </p:txBody>
      </p:sp>
      <p:sp>
        <p:nvSpPr>
          <p:cNvPr id="26" name="TextBox 25">
            <a:extLst>
              <a:ext uri="{FF2B5EF4-FFF2-40B4-BE49-F238E27FC236}">
                <a16:creationId xmlns:a16="http://schemas.microsoft.com/office/drawing/2014/main" id="{BFA76050-C9FA-449B-8E24-97BE05BC6323}"/>
              </a:ext>
            </a:extLst>
          </p:cNvPr>
          <p:cNvSpPr txBox="1"/>
          <p:nvPr/>
        </p:nvSpPr>
        <p:spPr>
          <a:xfrm>
            <a:off x="4073702" y="2872144"/>
            <a:ext cx="1299678" cy="923330"/>
          </a:xfrm>
          <a:prstGeom prst="rect">
            <a:avLst/>
          </a:prstGeom>
          <a:noFill/>
        </p:spPr>
        <p:txBody>
          <a:bodyPr wrap="square" rtlCol="0">
            <a:spAutoFit/>
          </a:bodyPr>
          <a:lstStyle/>
          <a:p>
            <a:r>
              <a:rPr lang="en-US"/>
              <a:t>i:=i+1;</a:t>
            </a:r>
          </a:p>
          <a:p>
            <a:r>
              <a:rPr lang="en-US"/>
              <a:t>tg:=tg*x/i; s:=s+tg</a:t>
            </a:r>
          </a:p>
        </p:txBody>
      </p:sp>
      <p:cxnSp>
        <p:nvCxnSpPr>
          <p:cNvPr id="27" name="Straight Arrow Connector 26">
            <a:extLst>
              <a:ext uri="{FF2B5EF4-FFF2-40B4-BE49-F238E27FC236}">
                <a16:creationId xmlns:a16="http://schemas.microsoft.com/office/drawing/2014/main" id="{12C31FC1-E45D-455C-B4D5-776C488DAF4E}"/>
              </a:ext>
            </a:extLst>
          </p:cNvPr>
          <p:cNvCxnSpPr>
            <a:cxnSpLocks/>
          </p:cNvCxnSpPr>
          <p:nvPr/>
        </p:nvCxnSpPr>
        <p:spPr bwMode="auto">
          <a:xfrm>
            <a:off x="4646487" y="2500752"/>
            <a:ext cx="0" cy="376593"/>
          </a:xfrm>
          <a:prstGeom prst="straightConnector1">
            <a:avLst/>
          </a:prstGeom>
          <a:solidFill>
            <a:schemeClr val="accent1"/>
          </a:solidFill>
          <a:ln w="19050" cap="flat" cmpd="sng" algn="ctr">
            <a:solidFill>
              <a:schemeClr val="tx1"/>
            </a:solidFill>
            <a:prstDash val="solid"/>
            <a:round/>
            <a:headEnd type="none" w="med" len="med"/>
            <a:tailEnd type="triangle"/>
          </a:ln>
          <a:effectLst/>
        </p:spPr>
      </p:cxnSp>
      <p:sp>
        <p:nvSpPr>
          <p:cNvPr id="29" name="Diamond 28">
            <a:extLst>
              <a:ext uri="{FF2B5EF4-FFF2-40B4-BE49-F238E27FC236}">
                <a16:creationId xmlns:a16="http://schemas.microsoft.com/office/drawing/2014/main" id="{1D6632E5-2520-40C7-97D9-2A48991734DA}"/>
              </a:ext>
            </a:extLst>
          </p:cNvPr>
          <p:cNvSpPr/>
          <p:nvPr/>
        </p:nvSpPr>
        <p:spPr bwMode="auto">
          <a:xfrm>
            <a:off x="3883630" y="4166866"/>
            <a:ext cx="1525714" cy="809851"/>
          </a:xfrm>
          <a:prstGeom prst="diamond">
            <a:avLst/>
          </a:prstGeom>
          <a:solidFill>
            <a:schemeClr val="accent1"/>
          </a:solidFill>
          <a:ln w="1905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cs typeface="Arial" charset="0"/>
            </a:endParaRPr>
          </a:p>
        </p:txBody>
      </p:sp>
      <p:sp>
        <p:nvSpPr>
          <p:cNvPr id="30" name="TextBox 29">
            <a:extLst>
              <a:ext uri="{FF2B5EF4-FFF2-40B4-BE49-F238E27FC236}">
                <a16:creationId xmlns:a16="http://schemas.microsoft.com/office/drawing/2014/main" id="{EFC4B210-66BD-498A-859A-68BD64A56B4A}"/>
              </a:ext>
            </a:extLst>
          </p:cNvPr>
          <p:cNvSpPr txBox="1"/>
          <p:nvPr/>
        </p:nvSpPr>
        <p:spPr>
          <a:xfrm>
            <a:off x="3976682" y="4387359"/>
            <a:ext cx="1445501" cy="338554"/>
          </a:xfrm>
          <a:prstGeom prst="rect">
            <a:avLst/>
          </a:prstGeom>
          <a:noFill/>
        </p:spPr>
        <p:txBody>
          <a:bodyPr wrap="square" rtlCol="0">
            <a:spAutoFit/>
          </a:bodyPr>
          <a:lstStyle/>
          <a:p>
            <a:r>
              <a:rPr lang="en-US" sz="1600"/>
              <a:t>|tg| &lt; 0.0001</a:t>
            </a:r>
          </a:p>
        </p:txBody>
      </p:sp>
      <p:cxnSp>
        <p:nvCxnSpPr>
          <p:cNvPr id="31" name="Straight Arrow Connector 30">
            <a:extLst>
              <a:ext uri="{FF2B5EF4-FFF2-40B4-BE49-F238E27FC236}">
                <a16:creationId xmlns:a16="http://schemas.microsoft.com/office/drawing/2014/main" id="{7110B82D-8456-4EDA-9B4B-8428FC267C7D}"/>
              </a:ext>
            </a:extLst>
          </p:cNvPr>
          <p:cNvCxnSpPr>
            <a:cxnSpLocks/>
          </p:cNvCxnSpPr>
          <p:nvPr/>
        </p:nvCxnSpPr>
        <p:spPr bwMode="auto">
          <a:xfrm>
            <a:off x="4646487" y="3795474"/>
            <a:ext cx="0" cy="376593"/>
          </a:xfrm>
          <a:prstGeom prst="straightConnector1">
            <a:avLst/>
          </a:prstGeom>
          <a:solidFill>
            <a:schemeClr val="accent1"/>
          </a:solidFill>
          <a:ln w="19050" cap="flat" cmpd="sng" algn="ctr">
            <a:solidFill>
              <a:schemeClr val="tx1"/>
            </a:solidFill>
            <a:prstDash val="solid"/>
            <a:round/>
            <a:headEnd type="none" w="med" len="med"/>
            <a:tailEnd type="triangle"/>
          </a:ln>
          <a:effectLst/>
        </p:spPr>
      </p:cxnSp>
      <p:sp>
        <p:nvSpPr>
          <p:cNvPr id="32" name="Freeform: Shape 31">
            <a:extLst>
              <a:ext uri="{FF2B5EF4-FFF2-40B4-BE49-F238E27FC236}">
                <a16:creationId xmlns:a16="http://schemas.microsoft.com/office/drawing/2014/main" id="{0F50A66F-97B9-4FBF-AC57-7D20F2A97EF1}"/>
              </a:ext>
            </a:extLst>
          </p:cNvPr>
          <p:cNvSpPr/>
          <p:nvPr/>
        </p:nvSpPr>
        <p:spPr bwMode="auto">
          <a:xfrm>
            <a:off x="3123344" y="2661007"/>
            <a:ext cx="1520575" cy="1900719"/>
          </a:xfrm>
          <a:custGeom>
            <a:avLst/>
            <a:gdLst>
              <a:gd name="connsiteX0" fmla="*/ 760287 w 1520575"/>
              <a:gd name="connsiteY0" fmla="*/ 1900719 h 1900719"/>
              <a:gd name="connsiteX1" fmla="*/ 0 w 1520575"/>
              <a:gd name="connsiteY1" fmla="*/ 1880171 h 1900719"/>
              <a:gd name="connsiteX2" fmla="*/ 0 w 1520575"/>
              <a:gd name="connsiteY2" fmla="*/ 0 h 1900719"/>
              <a:gd name="connsiteX3" fmla="*/ 1520575 w 1520575"/>
              <a:gd name="connsiteY3" fmla="*/ 0 h 1900719"/>
            </a:gdLst>
            <a:ahLst/>
            <a:cxnLst>
              <a:cxn ang="0">
                <a:pos x="connsiteX0" y="connsiteY0"/>
              </a:cxn>
              <a:cxn ang="0">
                <a:pos x="connsiteX1" y="connsiteY1"/>
              </a:cxn>
              <a:cxn ang="0">
                <a:pos x="connsiteX2" y="connsiteY2"/>
              </a:cxn>
              <a:cxn ang="0">
                <a:pos x="connsiteX3" y="connsiteY3"/>
              </a:cxn>
            </a:cxnLst>
            <a:rect l="l" t="t" r="r" b="b"/>
            <a:pathLst>
              <a:path w="1520575" h="1900719">
                <a:moveTo>
                  <a:pt x="760287" y="1900719"/>
                </a:moveTo>
                <a:lnTo>
                  <a:pt x="0" y="1880171"/>
                </a:lnTo>
                <a:lnTo>
                  <a:pt x="0" y="0"/>
                </a:lnTo>
                <a:lnTo>
                  <a:pt x="1520575" y="0"/>
                </a:lnTo>
              </a:path>
            </a:pathLst>
          </a:custGeom>
          <a:noFill/>
          <a:ln w="19050" cap="flat" cmpd="sng" algn="ctr">
            <a:solidFill>
              <a:schemeClr val="tx1"/>
            </a:solidFill>
            <a:prstDash val="solid"/>
            <a:round/>
            <a:headEnd type="none" w="med" len="med"/>
            <a:tailEnd type="triangle" w="med" len="med"/>
          </a:ln>
          <a:effectLst/>
        </p:spPr>
        <p:txBody>
          <a:bodyPr vert="horz" wrap="square" lIns="91440" tIns="45720" rIns="91440" bIns="45720" numCol="1" rtlCol="0" anchor="t" anchorCtr="0" compatLnSpc="1">
            <a:prstTxWarp prst="textNoShape">
              <a:avLst/>
            </a:prstTxWarp>
            <a:spAutoFit/>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cs typeface="Arial" charset="0"/>
            </a:endParaRPr>
          </a:p>
        </p:txBody>
      </p:sp>
      <p:sp>
        <p:nvSpPr>
          <p:cNvPr id="33" name="TextBox 32">
            <a:extLst>
              <a:ext uri="{FF2B5EF4-FFF2-40B4-BE49-F238E27FC236}">
                <a16:creationId xmlns:a16="http://schemas.microsoft.com/office/drawing/2014/main" id="{C1EE2C44-2589-453D-B8C0-13DFFD05FF9E}"/>
              </a:ext>
            </a:extLst>
          </p:cNvPr>
          <p:cNvSpPr txBox="1"/>
          <p:nvPr/>
        </p:nvSpPr>
        <p:spPr>
          <a:xfrm>
            <a:off x="3188840" y="4168427"/>
            <a:ext cx="970909" cy="369332"/>
          </a:xfrm>
          <a:prstGeom prst="rect">
            <a:avLst/>
          </a:prstGeom>
          <a:noFill/>
        </p:spPr>
        <p:txBody>
          <a:bodyPr wrap="square" rtlCol="0">
            <a:spAutoFit/>
          </a:bodyPr>
          <a:lstStyle/>
          <a:p>
            <a:r>
              <a:rPr lang="en-US"/>
              <a:t>Sai</a:t>
            </a:r>
          </a:p>
        </p:txBody>
      </p:sp>
      <p:cxnSp>
        <p:nvCxnSpPr>
          <p:cNvPr id="34" name="Straight Arrow Connector 33">
            <a:extLst>
              <a:ext uri="{FF2B5EF4-FFF2-40B4-BE49-F238E27FC236}">
                <a16:creationId xmlns:a16="http://schemas.microsoft.com/office/drawing/2014/main" id="{A757DCDE-0FE1-4B01-BFBF-A1BA7EC59FC3}"/>
              </a:ext>
            </a:extLst>
          </p:cNvPr>
          <p:cNvCxnSpPr>
            <a:cxnSpLocks/>
          </p:cNvCxnSpPr>
          <p:nvPr/>
        </p:nvCxnSpPr>
        <p:spPr bwMode="auto">
          <a:xfrm>
            <a:off x="4646487" y="4976717"/>
            <a:ext cx="0" cy="376593"/>
          </a:xfrm>
          <a:prstGeom prst="straightConnector1">
            <a:avLst/>
          </a:prstGeom>
          <a:solidFill>
            <a:schemeClr val="accent1"/>
          </a:solidFill>
          <a:ln w="19050" cap="flat" cmpd="sng" algn="ctr">
            <a:solidFill>
              <a:schemeClr val="tx1"/>
            </a:solidFill>
            <a:prstDash val="solid"/>
            <a:round/>
            <a:headEnd type="none" w="med" len="med"/>
            <a:tailEnd type="triangle"/>
          </a:ln>
          <a:effectLst/>
        </p:spPr>
      </p:cxnSp>
      <p:sp>
        <p:nvSpPr>
          <p:cNvPr id="35" name="TextBox 34">
            <a:extLst>
              <a:ext uri="{FF2B5EF4-FFF2-40B4-BE49-F238E27FC236}">
                <a16:creationId xmlns:a16="http://schemas.microsoft.com/office/drawing/2014/main" id="{9FE97CB8-2362-4AAC-B218-5D4BDCA685FF}"/>
              </a:ext>
            </a:extLst>
          </p:cNvPr>
          <p:cNvSpPr txBox="1"/>
          <p:nvPr/>
        </p:nvSpPr>
        <p:spPr>
          <a:xfrm>
            <a:off x="4723541" y="4954253"/>
            <a:ext cx="970909" cy="369332"/>
          </a:xfrm>
          <a:prstGeom prst="rect">
            <a:avLst/>
          </a:prstGeom>
          <a:noFill/>
        </p:spPr>
        <p:txBody>
          <a:bodyPr wrap="square" rtlCol="0">
            <a:spAutoFit/>
          </a:bodyPr>
          <a:lstStyle/>
          <a:p>
            <a:r>
              <a:rPr lang="en-US"/>
              <a:t>Đúng</a:t>
            </a:r>
          </a:p>
        </p:txBody>
      </p:sp>
      <p:sp>
        <p:nvSpPr>
          <p:cNvPr id="39" name="Oval 38">
            <a:extLst>
              <a:ext uri="{FF2B5EF4-FFF2-40B4-BE49-F238E27FC236}">
                <a16:creationId xmlns:a16="http://schemas.microsoft.com/office/drawing/2014/main" id="{7D0008C8-C790-434F-8EDE-934B351A5A6A}"/>
              </a:ext>
            </a:extLst>
          </p:cNvPr>
          <p:cNvSpPr/>
          <p:nvPr/>
        </p:nvSpPr>
        <p:spPr bwMode="auto">
          <a:xfrm>
            <a:off x="6136236" y="5303395"/>
            <a:ext cx="1453792" cy="575353"/>
          </a:xfrm>
          <a:prstGeom prst="ellipse">
            <a:avLst/>
          </a:prstGeom>
          <a:solidFill>
            <a:schemeClr val="accent1"/>
          </a:solidFill>
          <a:ln w="1905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cs typeface="Arial" charset="0"/>
            </a:endParaRPr>
          </a:p>
        </p:txBody>
      </p:sp>
      <p:sp>
        <p:nvSpPr>
          <p:cNvPr id="40" name="TextBox 39">
            <a:extLst>
              <a:ext uri="{FF2B5EF4-FFF2-40B4-BE49-F238E27FC236}">
                <a16:creationId xmlns:a16="http://schemas.microsoft.com/office/drawing/2014/main" id="{59300DF7-081A-40EC-B08D-47F01CAF85BC}"/>
              </a:ext>
            </a:extLst>
          </p:cNvPr>
          <p:cNvSpPr txBox="1"/>
          <p:nvPr/>
        </p:nvSpPr>
        <p:spPr>
          <a:xfrm>
            <a:off x="6292446" y="5406405"/>
            <a:ext cx="1141362" cy="369332"/>
          </a:xfrm>
          <a:prstGeom prst="rect">
            <a:avLst/>
          </a:prstGeom>
          <a:noFill/>
        </p:spPr>
        <p:txBody>
          <a:bodyPr wrap="square" rtlCol="0">
            <a:spAutoFit/>
          </a:bodyPr>
          <a:lstStyle/>
          <a:p>
            <a:r>
              <a:rPr lang="en-US"/>
              <a:t>Kết thúc</a:t>
            </a:r>
          </a:p>
        </p:txBody>
      </p:sp>
      <p:cxnSp>
        <p:nvCxnSpPr>
          <p:cNvPr id="42" name="Straight Arrow Connector 41">
            <a:extLst>
              <a:ext uri="{FF2B5EF4-FFF2-40B4-BE49-F238E27FC236}">
                <a16:creationId xmlns:a16="http://schemas.microsoft.com/office/drawing/2014/main" id="{5D08B38E-48C7-458B-9BFE-A450738082E0}"/>
              </a:ext>
            </a:extLst>
          </p:cNvPr>
          <p:cNvCxnSpPr>
            <a:stCxn id="14" idx="3"/>
            <a:endCxn id="39" idx="2"/>
          </p:cNvCxnSpPr>
          <p:nvPr/>
        </p:nvCxnSpPr>
        <p:spPr bwMode="auto">
          <a:xfrm flipV="1">
            <a:off x="5373379" y="5591072"/>
            <a:ext cx="762857" cy="1"/>
          </a:xfrm>
          <a:prstGeom prst="straightConnector1">
            <a:avLst/>
          </a:prstGeom>
          <a:solidFill>
            <a:schemeClr val="accent1"/>
          </a:solidFill>
          <a:ln w="19050" cap="flat" cmpd="sng" algn="ctr">
            <a:solidFill>
              <a:schemeClr val="tx1"/>
            </a:solidFill>
            <a:prstDash val="solid"/>
            <a:round/>
            <a:headEnd type="none" w="med" len="med"/>
            <a:tailEnd type="triangle"/>
          </a:ln>
          <a:effectLst/>
        </p:spPr>
      </p:cxnSp>
      <p:graphicFrame>
        <p:nvGraphicFramePr>
          <p:cNvPr id="36" name="Object 35">
            <a:extLst>
              <a:ext uri="{FF2B5EF4-FFF2-40B4-BE49-F238E27FC236}">
                <a16:creationId xmlns:a16="http://schemas.microsoft.com/office/drawing/2014/main" id="{F675BA47-75A8-4827-8603-716EB9874F2C}"/>
              </a:ext>
            </a:extLst>
          </p:cNvPr>
          <p:cNvGraphicFramePr>
            <a:graphicFrameLocks noChangeAspect="1"/>
          </p:cNvGraphicFramePr>
          <p:nvPr>
            <p:extLst>
              <p:ext uri="{D42A27DB-BD31-4B8C-83A1-F6EECF244321}">
                <p14:modId xmlns:p14="http://schemas.microsoft.com/office/powerpoint/2010/main" val="3732567589"/>
              </p:ext>
            </p:extLst>
          </p:nvPr>
        </p:nvGraphicFramePr>
        <p:xfrm>
          <a:off x="65502" y="93020"/>
          <a:ext cx="3573873" cy="718038"/>
        </p:xfrm>
        <a:graphic>
          <a:graphicData uri="http://schemas.openxmlformats.org/presentationml/2006/ole">
            <mc:AlternateContent xmlns:mc="http://schemas.openxmlformats.org/markup-compatibility/2006">
              <mc:Choice xmlns:v="urn:schemas-microsoft-com:vml" Requires="v">
                <p:oleObj name="Equation" r:id="rId2" imgW="491457" imgH="419059" progId="Equation.3">
                  <p:embed/>
                </p:oleObj>
              </mc:Choice>
              <mc:Fallback>
                <p:oleObj name="Equation" r:id="rId2" imgW="491457" imgH="419059" progId="Equation.3">
                  <p:embed/>
                  <p:pic>
                    <p:nvPicPr>
                      <p:cNvPr id="8" name="Object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502" y="93020"/>
                        <a:ext cx="3573873" cy="718038"/>
                      </a:xfrm>
                      <a:prstGeom prst="rect">
                        <a:avLst/>
                      </a:prstGeom>
                      <a:solidFill>
                        <a:srgbClr val="FFFFFF"/>
                      </a:solidFill>
                    </p:spPr>
                  </p:pic>
                </p:oleObj>
              </mc:Fallback>
            </mc:AlternateContent>
          </a:graphicData>
        </a:graphic>
      </p:graphicFrame>
    </p:spTree>
    <p:extLst>
      <p:ext uri="{BB962C8B-B14F-4D97-AF65-F5344CB8AC3E}">
        <p14:creationId xmlns:p14="http://schemas.microsoft.com/office/powerpoint/2010/main" val="136894522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Bài tập</a:t>
            </a:r>
          </a:p>
        </p:txBody>
      </p:sp>
      <p:sp>
        <p:nvSpPr>
          <p:cNvPr id="3" name="Content Placeholder 2"/>
          <p:cNvSpPr>
            <a:spLocks noGrp="1"/>
          </p:cNvSpPr>
          <p:nvPr>
            <p:ph idx="1"/>
          </p:nvPr>
        </p:nvSpPr>
        <p:spPr/>
        <p:txBody>
          <a:bodyPr/>
          <a:lstStyle/>
          <a:p>
            <a:r>
              <a:rPr lang="en-US"/>
              <a:t>Viết </a:t>
            </a:r>
            <a:r>
              <a:rPr lang="en-US" err="1"/>
              <a:t>giả</a:t>
            </a:r>
            <a:r>
              <a:rPr lang="en-US"/>
              <a:t> mã </a:t>
            </a:r>
            <a:r>
              <a:rPr lang="en-US" err="1"/>
              <a:t>cộng</a:t>
            </a:r>
            <a:r>
              <a:rPr lang="en-US"/>
              <a:t> </a:t>
            </a:r>
            <a:r>
              <a:rPr lang="en-US" err="1"/>
              <a:t>hai</a:t>
            </a:r>
            <a:r>
              <a:rPr lang="en-US"/>
              <a:t> ma </a:t>
            </a:r>
            <a:r>
              <a:rPr lang="en-US" err="1"/>
              <a:t>trận</a:t>
            </a:r>
            <a:r>
              <a:rPr lang="en-US"/>
              <a:t> có kích thước </a:t>
            </a:r>
            <a:r>
              <a:rPr lang="en-US" err="1"/>
              <a:t>mxn</a:t>
            </a:r>
            <a:r>
              <a:rPr lang="en-US"/>
              <a:t>. Y/c sử dụng cả </a:t>
            </a:r>
            <a:r>
              <a:rPr lang="en-US" err="1"/>
              <a:t>giả</a:t>
            </a:r>
            <a:r>
              <a:rPr lang="en-US"/>
              <a:t> mã chương trình và </a:t>
            </a:r>
            <a:r>
              <a:rPr lang="en-US" err="1"/>
              <a:t>giả</a:t>
            </a:r>
            <a:r>
              <a:rPr lang="en-US"/>
              <a:t> mã chương trình con.</a:t>
            </a:r>
          </a:p>
          <a:p>
            <a:r>
              <a:rPr lang="en-US"/>
              <a:t>Viết </a:t>
            </a:r>
            <a:r>
              <a:rPr lang="en-US" err="1"/>
              <a:t>giả</a:t>
            </a:r>
            <a:r>
              <a:rPr lang="en-US"/>
              <a:t> mã nhân </a:t>
            </a:r>
            <a:r>
              <a:rPr lang="en-US" err="1"/>
              <a:t>hai</a:t>
            </a:r>
            <a:r>
              <a:rPr lang="en-US"/>
              <a:t> ma </a:t>
            </a:r>
            <a:r>
              <a:rPr lang="en-US" err="1"/>
              <a:t>trận</a:t>
            </a:r>
            <a:r>
              <a:rPr lang="en-US"/>
              <a:t>. Y/c sử dụng cả giả mã chương trình và giả mã chương trình con.</a:t>
            </a:r>
          </a:p>
          <a:p>
            <a:r>
              <a:rPr lang="en-US"/>
              <a:t>Viết </a:t>
            </a:r>
            <a:r>
              <a:rPr lang="en-US" err="1"/>
              <a:t>giả</a:t>
            </a:r>
            <a:r>
              <a:rPr lang="en-US"/>
              <a:t> mã tìm và đưa ra các số </a:t>
            </a:r>
            <a:r>
              <a:rPr lang="en-US" err="1"/>
              <a:t>nguyên</a:t>
            </a:r>
            <a:r>
              <a:rPr lang="en-US"/>
              <a:t> </a:t>
            </a:r>
            <a:r>
              <a:rPr lang="en-US" err="1"/>
              <a:t>tố</a:t>
            </a:r>
            <a:r>
              <a:rPr lang="en-US"/>
              <a:t> nhỏ hơn số </a:t>
            </a:r>
            <a:r>
              <a:rPr lang="en-US" err="1"/>
              <a:t>nguyên</a:t>
            </a:r>
            <a:r>
              <a:rPr lang="en-US"/>
              <a:t> </a:t>
            </a:r>
            <a:r>
              <a:rPr lang="en-US" err="1"/>
              <a:t>dương</a:t>
            </a:r>
            <a:r>
              <a:rPr lang="en-US"/>
              <a:t> n </a:t>
            </a:r>
            <a:r>
              <a:rPr lang="en-US" err="1"/>
              <a:t>cho</a:t>
            </a:r>
            <a:r>
              <a:rPr lang="en-US"/>
              <a:t> trước. Y/c sử dụng </a:t>
            </a:r>
            <a:r>
              <a:rPr lang="en-US" err="1"/>
              <a:t>giả</a:t>
            </a:r>
            <a:r>
              <a:rPr lang="en-US"/>
              <a:t> mã chương trình con.</a:t>
            </a:r>
          </a:p>
        </p:txBody>
      </p:sp>
      <p:sp>
        <p:nvSpPr>
          <p:cNvPr id="4" name="Date Placeholder 3"/>
          <p:cNvSpPr>
            <a:spLocks noGrp="1"/>
          </p:cNvSpPr>
          <p:nvPr>
            <p:ph type="dt" sz="half" idx="10"/>
          </p:nvPr>
        </p:nvSpPr>
        <p:spPr/>
        <p:txBody>
          <a:bodyPr/>
          <a:lstStyle/>
          <a:p>
            <a:pPr>
              <a:defRPr/>
            </a:pPr>
            <a:r>
              <a:rPr lang="en-US"/>
              <a:t>Ngô Công Thắng</a:t>
            </a:r>
          </a:p>
        </p:txBody>
      </p:sp>
      <p:sp>
        <p:nvSpPr>
          <p:cNvPr id="5" name="Footer Placeholder 4"/>
          <p:cNvSpPr>
            <a:spLocks noGrp="1"/>
          </p:cNvSpPr>
          <p:nvPr>
            <p:ph type="ftr" sz="quarter" idx="11"/>
          </p:nvPr>
        </p:nvSpPr>
        <p:spPr/>
        <p:txBody>
          <a:bodyPr/>
          <a:lstStyle/>
          <a:p>
            <a:pPr>
              <a:defRPr/>
            </a:pPr>
            <a:r>
              <a:rPr lang="en-US"/>
              <a:t>Bài giảng Cấu trúc dữ liệu và giải thuật  -  Chương 01</a:t>
            </a:r>
          </a:p>
        </p:txBody>
      </p:sp>
      <p:sp>
        <p:nvSpPr>
          <p:cNvPr id="6" name="Slide Number Placeholder 5"/>
          <p:cNvSpPr>
            <a:spLocks noGrp="1"/>
          </p:cNvSpPr>
          <p:nvPr>
            <p:ph type="sldNum" sz="quarter" idx="12"/>
          </p:nvPr>
        </p:nvSpPr>
        <p:spPr/>
        <p:txBody>
          <a:bodyPr/>
          <a:lstStyle/>
          <a:p>
            <a:pPr>
              <a:defRPr/>
            </a:pPr>
            <a:r>
              <a:rPr lang="en-US"/>
              <a:t>1.</a:t>
            </a:r>
            <a:fld id="{8E1F47E7-8E8C-4477-81EA-1C90FCDB03FA}" type="slidenum">
              <a:rPr lang="en-US" smtClean="0"/>
              <a:pPr>
                <a:defRPr/>
              </a:pPr>
              <a:t>35</a:t>
            </a:fld>
            <a:endParaRPr lang="en-US"/>
          </a:p>
        </p:txBody>
      </p:sp>
    </p:spTree>
    <p:extLst>
      <p:ext uri="{BB962C8B-B14F-4D97-AF65-F5344CB8AC3E}">
        <p14:creationId xmlns:p14="http://schemas.microsoft.com/office/powerpoint/2010/main" val="330973536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87F9CC-92BE-41B0-8AA6-8D713135DF91}"/>
              </a:ext>
            </a:extLst>
          </p:cNvPr>
          <p:cNvSpPr>
            <a:spLocks noGrp="1"/>
          </p:cNvSpPr>
          <p:nvPr>
            <p:ph type="title"/>
          </p:nvPr>
        </p:nvSpPr>
        <p:spPr>
          <a:xfrm>
            <a:off x="457200" y="141402"/>
            <a:ext cx="8229600" cy="707887"/>
          </a:xfrm>
        </p:spPr>
        <p:txBody>
          <a:bodyPr/>
          <a:lstStyle/>
          <a:p>
            <a:r>
              <a:rPr lang="en-US" sz="4000"/>
              <a:t>Lưu đồ giải thuật cộng 2 ma trận</a:t>
            </a:r>
          </a:p>
        </p:txBody>
      </p:sp>
      <p:sp>
        <p:nvSpPr>
          <p:cNvPr id="4" name="Date Placeholder 3">
            <a:extLst>
              <a:ext uri="{FF2B5EF4-FFF2-40B4-BE49-F238E27FC236}">
                <a16:creationId xmlns:a16="http://schemas.microsoft.com/office/drawing/2014/main" id="{442D4ABE-3E3A-4594-A035-7BBD6732AB88}"/>
              </a:ext>
            </a:extLst>
          </p:cNvPr>
          <p:cNvSpPr>
            <a:spLocks noGrp="1"/>
          </p:cNvSpPr>
          <p:nvPr>
            <p:ph type="dt" sz="half" idx="10"/>
          </p:nvPr>
        </p:nvSpPr>
        <p:spPr/>
        <p:txBody>
          <a:bodyPr/>
          <a:lstStyle/>
          <a:p>
            <a:pPr>
              <a:defRPr/>
            </a:pPr>
            <a:r>
              <a:rPr lang="en-US"/>
              <a:t>Ngô Công Thắng</a:t>
            </a:r>
          </a:p>
        </p:txBody>
      </p:sp>
      <p:sp>
        <p:nvSpPr>
          <p:cNvPr id="5" name="Footer Placeholder 4">
            <a:extLst>
              <a:ext uri="{FF2B5EF4-FFF2-40B4-BE49-F238E27FC236}">
                <a16:creationId xmlns:a16="http://schemas.microsoft.com/office/drawing/2014/main" id="{01EA278C-CACC-4173-A06F-89A2D017B832}"/>
              </a:ext>
            </a:extLst>
          </p:cNvPr>
          <p:cNvSpPr>
            <a:spLocks noGrp="1"/>
          </p:cNvSpPr>
          <p:nvPr>
            <p:ph type="ftr" sz="quarter" idx="11"/>
          </p:nvPr>
        </p:nvSpPr>
        <p:spPr/>
        <p:txBody>
          <a:bodyPr/>
          <a:lstStyle/>
          <a:p>
            <a:pPr>
              <a:defRPr/>
            </a:pPr>
            <a:r>
              <a:rPr lang="en-US"/>
              <a:t>Bài giảng Cấu trúc dữ liệu và giải thuật  -  Chương 01</a:t>
            </a:r>
          </a:p>
        </p:txBody>
      </p:sp>
      <p:sp>
        <p:nvSpPr>
          <p:cNvPr id="6" name="Slide Number Placeholder 5">
            <a:extLst>
              <a:ext uri="{FF2B5EF4-FFF2-40B4-BE49-F238E27FC236}">
                <a16:creationId xmlns:a16="http://schemas.microsoft.com/office/drawing/2014/main" id="{6EC7F9ED-69E2-4315-BB0B-6956337806F0}"/>
              </a:ext>
            </a:extLst>
          </p:cNvPr>
          <p:cNvSpPr>
            <a:spLocks noGrp="1"/>
          </p:cNvSpPr>
          <p:nvPr>
            <p:ph type="sldNum" sz="quarter" idx="12"/>
          </p:nvPr>
        </p:nvSpPr>
        <p:spPr/>
        <p:txBody>
          <a:bodyPr/>
          <a:lstStyle/>
          <a:p>
            <a:pPr>
              <a:defRPr/>
            </a:pPr>
            <a:r>
              <a:rPr lang="en-US"/>
              <a:t>1.</a:t>
            </a:r>
            <a:fld id="{8E1F47E7-8E8C-4477-81EA-1C90FCDB03FA}" type="slidenum">
              <a:rPr lang="en-US" smtClean="0"/>
              <a:pPr>
                <a:defRPr/>
              </a:pPr>
              <a:t>36</a:t>
            </a:fld>
            <a:endParaRPr lang="en-US"/>
          </a:p>
        </p:txBody>
      </p:sp>
      <p:sp>
        <p:nvSpPr>
          <p:cNvPr id="8" name="Oval 7">
            <a:extLst>
              <a:ext uri="{FF2B5EF4-FFF2-40B4-BE49-F238E27FC236}">
                <a16:creationId xmlns:a16="http://schemas.microsoft.com/office/drawing/2014/main" id="{DA412E52-79C5-4692-A1AC-3C68FF5728E3}"/>
              </a:ext>
            </a:extLst>
          </p:cNvPr>
          <p:cNvSpPr/>
          <p:nvPr/>
        </p:nvSpPr>
        <p:spPr bwMode="auto">
          <a:xfrm>
            <a:off x="3277455" y="978144"/>
            <a:ext cx="1818526" cy="562630"/>
          </a:xfrm>
          <a:prstGeom prst="ellipse">
            <a:avLst/>
          </a:prstGeom>
          <a:solidFill>
            <a:schemeClr val="accent1"/>
          </a:solidFill>
          <a:ln w="1905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2000" b="0" i="0" u="none" strike="noStrike" cap="none" normalizeH="0" baseline="0" err="1">
                <a:ln>
                  <a:noFill/>
                </a:ln>
                <a:solidFill>
                  <a:schemeClr val="tx1"/>
                </a:solidFill>
                <a:effectLst/>
                <a:latin typeface="Arial" charset="0"/>
                <a:cs typeface="Arial" charset="0"/>
              </a:rPr>
              <a:t>Bắt</a:t>
            </a:r>
            <a:r>
              <a:rPr kumimoji="0" lang="en-US" sz="2000" b="0" i="0" u="none" strike="noStrike" cap="none" normalizeH="0" baseline="0">
                <a:ln>
                  <a:noFill/>
                </a:ln>
                <a:solidFill>
                  <a:schemeClr val="tx1"/>
                </a:solidFill>
                <a:effectLst/>
                <a:latin typeface="Arial" charset="0"/>
                <a:cs typeface="Arial" charset="0"/>
              </a:rPr>
              <a:t> </a:t>
            </a:r>
            <a:r>
              <a:rPr kumimoji="0" lang="en-US" sz="2000" b="0" i="0" u="none" strike="noStrike" cap="none" normalizeH="0" baseline="0" err="1">
                <a:ln>
                  <a:noFill/>
                </a:ln>
                <a:solidFill>
                  <a:schemeClr val="tx1"/>
                </a:solidFill>
                <a:effectLst/>
                <a:latin typeface="Arial" charset="0"/>
                <a:cs typeface="Arial" charset="0"/>
              </a:rPr>
              <a:t>đầu</a:t>
            </a:r>
            <a:endParaRPr kumimoji="0" lang="en-US" sz="2000" b="0" i="0" u="none" strike="noStrike" cap="none" normalizeH="0" baseline="0">
              <a:ln>
                <a:noFill/>
              </a:ln>
              <a:solidFill>
                <a:schemeClr val="tx1"/>
              </a:solidFill>
              <a:effectLst/>
              <a:latin typeface="Arial" charset="0"/>
              <a:cs typeface="Arial" charset="0"/>
            </a:endParaRPr>
          </a:p>
        </p:txBody>
      </p:sp>
      <p:sp>
        <p:nvSpPr>
          <p:cNvPr id="9" name="Rectangle 8">
            <a:extLst>
              <a:ext uri="{FF2B5EF4-FFF2-40B4-BE49-F238E27FC236}">
                <a16:creationId xmlns:a16="http://schemas.microsoft.com/office/drawing/2014/main" id="{301F8A07-488E-4330-B82E-78E3B6E8C4B9}"/>
              </a:ext>
            </a:extLst>
          </p:cNvPr>
          <p:cNvSpPr/>
          <p:nvPr/>
        </p:nvSpPr>
        <p:spPr bwMode="auto">
          <a:xfrm>
            <a:off x="3277455" y="1876818"/>
            <a:ext cx="1818526" cy="400110"/>
          </a:xfrm>
          <a:prstGeom prst="rect">
            <a:avLst/>
          </a:prstGeom>
          <a:solidFill>
            <a:schemeClr val="accent1"/>
          </a:solidFill>
          <a:ln w="1905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2000" b="0" i="0" u="none" strike="noStrike" cap="none" normalizeH="0" baseline="0">
                <a:ln>
                  <a:noFill/>
                </a:ln>
                <a:solidFill>
                  <a:schemeClr val="tx1"/>
                </a:solidFill>
                <a:effectLst/>
                <a:latin typeface="Arial" charset="0"/>
                <a:cs typeface="Arial" charset="0"/>
              </a:rPr>
              <a:t>Nhập m, n</a:t>
            </a:r>
          </a:p>
        </p:txBody>
      </p:sp>
      <p:sp>
        <p:nvSpPr>
          <p:cNvPr id="10" name="Rectangle 9">
            <a:extLst>
              <a:ext uri="{FF2B5EF4-FFF2-40B4-BE49-F238E27FC236}">
                <a16:creationId xmlns:a16="http://schemas.microsoft.com/office/drawing/2014/main" id="{E735C03F-54DC-4508-B427-A573E0A8D9F9}"/>
              </a:ext>
            </a:extLst>
          </p:cNvPr>
          <p:cNvSpPr/>
          <p:nvPr/>
        </p:nvSpPr>
        <p:spPr bwMode="auto">
          <a:xfrm>
            <a:off x="3277455" y="2616265"/>
            <a:ext cx="1818526" cy="707886"/>
          </a:xfrm>
          <a:prstGeom prst="rect">
            <a:avLst/>
          </a:prstGeom>
          <a:solidFill>
            <a:schemeClr val="accent1"/>
          </a:solidFill>
          <a:ln w="1905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2000" b="0" i="0" u="none" strike="noStrike" cap="none" normalizeH="0" baseline="0">
                <a:ln>
                  <a:noFill/>
                </a:ln>
                <a:solidFill>
                  <a:schemeClr val="tx1"/>
                </a:solidFill>
                <a:effectLst/>
                <a:latin typeface="Arial" charset="0"/>
                <a:cs typeface="Arial" charset="0"/>
              </a:rPr>
              <a:t>Nhập ma trận Amxn, Bmxn</a:t>
            </a:r>
          </a:p>
        </p:txBody>
      </p:sp>
      <p:sp>
        <p:nvSpPr>
          <p:cNvPr id="11" name="Rectangle 10">
            <a:extLst>
              <a:ext uri="{FF2B5EF4-FFF2-40B4-BE49-F238E27FC236}">
                <a16:creationId xmlns:a16="http://schemas.microsoft.com/office/drawing/2014/main" id="{574B705D-906A-42A5-A68F-0960030EA98B}"/>
              </a:ext>
            </a:extLst>
          </p:cNvPr>
          <p:cNvSpPr/>
          <p:nvPr/>
        </p:nvSpPr>
        <p:spPr bwMode="auto">
          <a:xfrm>
            <a:off x="3277455" y="3663126"/>
            <a:ext cx="1936802" cy="707886"/>
          </a:xfrm>
          <a:prstGeom prst="rect">
            <a:avLst/>
          </a:prstGeom>
          <a:solidFill>
            <a:schemeClr val="accent1"/>
          </a:solidFill>
          <a:ln w="1905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2000" b="0" i="0" u="none" strike="noStrike" cap="none" normalizeH="0" baseline="0">
                <a:ln>
                  <a:noFill/>
                </a:ln>
                <a:solidFill>
                  <a:schemeClr val="tx1"/>
                </a:solidFill>
                <a:effectLst/>
                <a:latin typeface="Arial" charset="0"/>
                <a:cs typeface="Arial" charset="0"/>
              </a:rPr>
              <a:t>Cmxn := Amxn  + Bmxn</a:t>
            </a:r>
          </a:p>
        </p:txBody>
      </p:sp>
      <p:sp>
        <p:nvSpPr>
          <p:cNvPr id="12" name="Rectangle 11">
            <a:extLst>
              <a:ext uri="{FF2B5EF4-FFF2-40B4-BE49-F238E27FC236}">
                <a16:creationId xmlns:a16="http://schemas.microsoft.com/office/drawing/2014/main" id="{F6FBF633-DA52-4B48-AD31-8C39BA2A3CB2}"/>
              </a:ext>
            </a:extLst>
          </p:cNvPr>
          <p:cNvSpPr/>
          <p:nvPr/>
        </p:nvSpPr>
        <p:spPr bwMode="auto">
          <a:xfrm>
            <a:off x="3277455" y="4713208"/>
            <a:ext cx="1818526" cy="707886"/>
          </a:xfrm>
          <a:prstGeom prst="rect">
            <a:avLst/>
          </a:prstGeom>
          <a:solidFill>
            <a:schemeClr val="accent1"/>
          </a:solidFill>
          <a:ln w="1905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ctr" defTabSz="914400" rtl="0" eaLnBrk="1" fontAlgn="base" latinLnBrk="0" hangingPunct="1">
              <a:lnSpc>
                <a:spcPct val="100000"/>
              </a:lnSpc>
              <a:spcBef>
                <a:spcPct val="0"/>
              </a:spcBef>
              <a:spcAft>
                <a:spcPct val="0"/>
              </a:spcAft>
              <a:buClrTx/>
              <a:buSzTx/>
              <a:buFontTx/>
              <a:buNone/>
              <a:tabLst/>
            </a:pPr>
            <a:r>
              <a:rPr lang="en-US" sz="2000"/>
              <a:t>Đưa ra </a:t>
            </a:r>
            <a:r>
              <a:rPr kumimoji="0" lang="en-US" sz="2000" b="0" i="0" u="none" strike="noStrike" cap="none" normalizeH="0" baseline="0">
                <a:ln>
                  <a:noFill/>
                </a:ln>
                <a:solidFill>
                  <a:schemeClr val="tx1"/>
                </a:solidFill>
                <a:effectLst/>
                <a:latin typeface="Arial" charset="0"/>
                <a:cs typeface="Arial" charset="0"/>
              </a:rPr>
              <a:t>Amxn, Bmxn, Cmxn</a:t>
            </a:r>
          </a:p>
        </p:txBody>
      </p:sp>
      <p:sp>
        <p:nvSpPr>
          <p:cNvPr id="13" name="Oval 12">
            <a:extLst>
              <a:ext uri="{FF2B5EF4-FFF2-40B4-BE49-F238E27FC236}">
                <a16:creationId xmlns:a16="http://schemas.microsoft.com/office/drawing/2014/main" id="{53682C54-0053-4A57-B59F-2453EAED4C03}"/>
              </a:ext>
            </a:extLst>
          </p:cNvPr>
          <p:cNvSpPr/>
          <p:nvPr/>
        </p:nvSpPr>
        <p:spPr bwMode="auto">
          <a:xfrm>
            <a:off x="3277455" y="5763290"/>
            <a:ext cx="1818526" cy="562630"/>
          </a:xfrm>
          <a:prstGeom prst="ellipse">
            <a:avLst/>
          </a:prstGeom>
          <a:solidFill>
            <a:schemeClr val="accent1"/>
          </a:solidFill>
          <a:ln w="1905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2000" b="0" i="0" u="none" strike="noStrike" cap="none" normalizeH="0" baseline="0">
                <a:ln>
                  <a:noFill/>
                </a:ln>
                <a:solidFill>
                  <a:schemeClr val="tx1"/>
                </a:solidFill>
                <a:effectLst/>
                <a:latin typeface="Arial" charset="0"/>
                <a:cs typeface="Arial" charset="0"/>
              </a:rPr>
              <a:t>Kết thúc</a:t>
            </a:r>
          </a:p>
        </p:txBody>
      </p:sp>
      <p:cxnSp>
        <p:nvCxnSpPr>
          <p:cNvPr id="15" name="Straight Arrow Connector 14">
            <a:extLst>
              <a:ext uri="{FF2B5EF4-FFF2-40B4-BE49-F238E27FC236}">
                <a16:creationId xmlns:a16="http://schemas.microsoft.com/office/drawing/2014/main" id="{946BA155-CD3A-42FC-BEEC-37C48B16199B}"/>
              </a:ext>
            </a:extLst>
          </p:cNvPr>
          <p:cNvCxnSpPr>
            <a:stCxn id="8" idx="4"/>
            <a:endCxn id="9" idx="0"/>
          </p:cNvCxnSpPr>
          <p:nvPr/>
        </p:nvCxnSpPr>
        <p:spPr bwMode="auto">
          <a:xfrm>
            <a:off x="4186718" y="1540774"/>
            <a:ext cx="0" cy="336044"/>
          </a:xfrm>
          <a:prstGeom prst="straightConnector1">
            <a:avLst/>
          </a:prstGeom>
          <a:solidFill>
            <a:schemeClr val="accent1"/>
          </a:solidFill>
          <a:ln w="19050" cap="flat" cmpd="sng" algn="ctr">
            <a:solidFill>
              <a:schemeClr val="tx1"/>
            </a:solidFill>
            <a:prstDash val="solid"/>
            <a:round/>
            <a:headEnd type="none" w="med" len="med"/>
            <a:tailEnd type="triangle"/>
          </a:ln>
          <a:effectLst/>
        </p:spPr>
      </p:cxnSp>
      <p:cxnSp>
        <p:nvCxnSpPr>
          <p:cNvPr id="16" name="Straight Arrow Connector 15">
            <a:extLst>
              <a:ext uri="{FF2B5EF4-FFF2-40B4-BE49-F238E27FC236}">
                <a16:creationId xmlns:a16="http://schemas.microsoft.com/office/drawing/2014/main" id="{9D825C82-AE71-4DD4-BFFB-1EA3710542E3}"/>
              </a:ext>
            </a:extLst>
          </p:cNvPr>
          <p:cNvCxnSpPr/>
          <p:nvPr/>
        </p:nvCxnSpPr>
        <p:spPr bwMode="auto">
          <a:xfrm>
            <a:off x="4186718" y="2280221"/>
            <a:ext cx="0" cy="336044"/>
          </a:xfrm>
          <a:prstGeom prst="straightConnector1">
            <a:avLst/>
          </a:prstGeom>
          <a:solidFill>
            <a:schemeClr val="accent1"/>
          </a:solidFill>
          <a:ln w="19050" cap="flat" cmpd="sng" algn="ctr">
            <a:solidFill>
              <a:schemeClr val="tx1"/>
            </a:solidFill>
            <a:prstDash val="solid"/>
            <a:round/>
            <a:headEnd type="none" w="med" len="med"/>
            <a:tailEnd type="triangle"/>
          </a:ln>
          <a:effectLst/>
        </p:spPr>
      </p:cxnSp>
      <p:cxnSp>
        <p:nvCxnSpPr>
          <p:cNvPr id="17" name="Straight Arrow Connector 16">
            <a:extLst>
              <a:ext uri="{FF2B5EF4-FFF2-40B4-BE49-F238E27FC236}">
                <a16:creationId xmlns:a16="http://schemas.microsoft.com/office/drawing/2014/main" id="{3970296A-B18A-40E8-978E-800C76A84C8F}"/>
              </a:ext>
            </a:extLst>
          </p:cNvPr>
          <p:cNvCxnSpPr/>
          <p:nvPr/>
        </p:nvCxnSpPr>
        <p:spPr bwMode="auto">
          <a:xfrm>
            <a:off x="4186718" y="3327082"/>
            <a:ext cx="0" cy="336044"/>
          </a:xfrm>
          <a:prstGeom prst="straightConnector1">
            <a:avLst/>
          </a:prstGeom>
          <a:solidFill>
            <a:schemeClr val="accent1"/>
          </a:solidFill>
          <a:ln w="19050" cap="flat" cmpd="sng" algn="ctr">
            <a:solidFill>
              <a:schemeClr val="tx1"/>
            </a:solidFill>
            <a:prstDash val="solid"/>
            <a:round/>
            <a:headEnd type="none" w="med" len="med"/>
            <a:tailEnd type="triangle"/>
          </a:ln>
          <a:effectLst/>
        </p:spPr>
      </p:cxnSp>
      <p:cxnSp>
        <p:nvCxnSpPr>
          <p:cNvPr id="18" name="Straight Arrow Connector 17">
            <a:extLst>
              <a:ext uri="{FF2B5EF4-FFF2-40B4-BE49-F238E27FC236}">
                <a16:creationId xmlns:a16="http://schemas.microsoft.com/office/drawing/2014/main" id="{2B328CBD-7F54-4DCA-88D8-DAD0BF9D2A04}"/>
              </a:ext>
            </a:extLst>
          </p:cNvPr>
          <p:cNvCxnSpPr/>
          <p:nvPr/>
        </p:nvCxnSpPr>
        <p:spPr bwMode="auto">
          <a:xfrm>
            <a:off x="4186718" y="4371012"/>
            <a:ext cx="0" cy="336044"/>
          </a:xfrm>
          <a:prstGeom prst="straightConnector1">
            <a:avLst/>
          </a:prstGeom>
          <a:solidFill>
            <a:schemeClr val="accent1"/>
          </a:solidFill>
          <a:ln w="19050" cap="flat" cmpd="sng" algn="ctr">
            <a:solidFill>
              <a:schemeClr val="tx1"/>
            </a:solidFill>
            <a:prstDash val="solid"/>
            <a:round/>
            <a:headEnd type="none" w="med" len="med"/>
            <a:tailEnd type="triangle"/>
          </a:ln>
          <a:effectLst/>
        </p:spPr>
      </p:cxnSp>
      <p:cxnSp>
        <p:nvCxnSpPr>
          <p:cNvPr id="19" name="Straight Arrow Connector 18">
            <a:extLst>
              <a:ext uri="{FF2B5EF4-FFF2-40B4-BE49-F238E27FC236}">
                <a16:creationId xmlns:a16="http://schemas.microsoft.com/office/drawing/2014/main" id="{727AACEC-A8C0-4AAE-8DEA-92DA77E9AB90}"/>
              </a:ext>
            </a:extLst>
          </p:cNvPr>
          <p:cNvCxnSpPr/>
          <p:nvPr/>
        </p:nvCxnSpPr>
        <p:spPr bwMode="auto">
          <a:xfrm>
            <a:off x="4186718" y="5427246"/>
            <a:ext cx="0" cy="336044"/>
          </a:xfrm>
          <a:prstGeom prst="straightConnector1">
            <a:avLst/>
          </a:prstGeom>
          <a:solidFill>
            <a:schemeClr val="accent1"/>
          </a:solidFill>
          <a:ln w="19050" cap="flat" cmpd="sng" algn="ctr">
            <a:solidFill>
              <a:schemeClr val="tx1"/>
            </a:solidFill>
            <a:prstDash val="solid"/>
            <a:round/>
            <a:headEnd type="none" w="med" len="med"/>
            <a:tailEnd type="triangle"/>
          </a:ln>
          <a:effectLst/>
        </p:spPr>
      </p:cxnSp>
    </p:spTree>
    <p:extLst>
      <p:ext uri="{BB962C8B-B14F-4D97-AF65-F5344CB8AC3E}">
        <p14:creationId xmlns:p14="http://schemas.microsoft.com/office/powerpoint/2010/main" val="240431367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Bài tập về nhà</a:t>
            </a:r>
          </a:p>
        </p:txBody>
      </p:sp>
      <p:sp>
        <p:nvSpPr>
          <p:cNvPr id="3" name="Content Placeholder 2"/>
          <p:cNvSpPr>
            <a:spLocks noGrp="1"/>
          </p:cNvSpPr>
          <p:nvPr>
            <p:ph idx="1"/>
          </p:nvPr>
        </p:nvSpPr>
        <p:spPr/>
        <p:txBody>
          <a:bodyPr/>
          <a:lstStyle/>
          <a:p>
            <a:r>
              <a:rPr lang="en-US"/>
              <a:t>Vẽ lưu đồ và viết giả mã dạng chương trình của </a:t>
            </a:r>
            <a:r>
              <a:rPr lang="en-US" err="1"/>
              <a:t>giải</a:t>
            </a:r>
            <a:r>
              <a:rPr lang="en-US"/>
              <a:t> thuật </a:t>
            </a:r>
            <a:r>
              <a:rPr lang="en-US" err="1"/>
              <a:t>cho</a:t>
            </a:r>
            <a:r>
              <a:rPr lang="en-US"/>
              <a:t> bài toán </a:t>
            </a:r>
            <a:r>
              <a:rPr lang="en-US" err="1"/>
              <a:t>giải</a:t>
            </a:r>
            <a:r>
              <a:rPr lang="en-US"/>
              <a:t> phương trình </a:t>
            </a:r>
            <a:r>
              <a:rPr lang="en-US" err="1"/>
              <a:t>bậc</a:t>
            </a:r>
            <a:r>
              <a:rPr lang="en-US"/>
              <a:t> 2: ax</a:t>
            </a:r>
            <a:r>
              <a:rPr lang="en-US" baseline="30000"/>
              <a:t>2</a:t>
            </a:r>
            <a:r>
              <a:rPr lang="en-US"/>
              <a:t> + bx + c = 0 (a#0)</a:t>
            </a:r>
          </a:p>
        </p:txBody>
      </p:sp>
      <p:sp>
        <p:nvSpPr>
          <p:cNvPr id="4" name="Date Placeholder 3"/>
          <p:cNvSpPr>
            <a:spLocks noGrp="1"/>
          </p:cNvSpPr>
          <p:nvPr>
            <p:ph type="dt" sz="half" idx="10"/>
          </p:nvPr>
        </p:nvSpPr>
        <p:spPr/>
        <p:txBody>
          <a:bodyPr/>
          <a:lstStyle/>
          <a:p>
            <a:pPr>
              <a:defRPr/>
            </a:pPr>
            <a:r>
              <a:rPr lang="en-US"/>
              <a:t>Ngô Công Thắng</a:t>
            </a:r>
          </a:p>
        </p:txBody>
      </p:sp>
      <p:sp>
        <p:nvSpPr>
          <p:cNvPr id="5" name="Footer Placeholder 4"/>
          <p:cNvSpPr>
            <a:spLocks noGrp="1"/>
          </p:cNvSpPr>
          <p:nvPr>
            <p:ph type="ftr" sz="quarter" idx="11"/>
          </p:nvPr>
        </p:nvSpPr>
        <p:spPr/>
        <p:txBody>
          <a:bodyPr/>
          <a:lstStyle/>
          <a:p>
            <a:pPr>
              <a:defRPr/>
            </a:pPr>
            <a:r>
              <a:rPr lang="en-US"/>
              <a:t>Bài giảng Cấu trúc dữ liệu và giải thuật  -  Chương 01</a:t>
            </a:r>
          </a:p>
        </p:txBody>
      </p:sp>
      <p:sp>
        <p:nvSpPr>
          <p:cNvPr id="6" name="Slide Number Placeholder 5"/>
          <p:cNvSpPr>
            <a:spLocks noGrp="1"/>
          </p:cNvSpPr>
          <p:nvPr>
            <p:ph type="sldNum" sz="quarter" idx="12"/>
          </p:nvPr>
        </p:nvSpPr>
        <p:spPr/>
        <p:txBody>
          <a:bodyPr/>
          <a:lstStyle/>
          <a:p>
            <a:pPr>
              <a:defRPr/>
            </a:pPr>
            <a:r>
              <a:rPr lang="en-US"/>
              <a:t>1.</a:t>
            </a:r>
            <a:fld id="{8E1F47E7-8E8C-4477-81EA-1C90FCDB03FA}" type="slidenum">
              <a:rPr lang="en-US" smtClean="0"/>
              <a:pPr>
                <a:defRPr/>
              </a:pPr>
              <a:t>37</a:t>
            </a:fld>
            <a:endParaRPr lang="en-US"/>
          </a:p>
        </p:txBody>
      </p:sp>
    </p:spTree>
    <p:extLst>
      <p:ext uri="{BB962C8B-B14F-4D97-AF65-F5344CB8AC3E}">
        <p14:creationId xmlns:p14="http://schemas.microsoft.com/office/powerpoint/2010/main" val="11905069"/>
      </p:ext>
    </p:extLst>
  </p:cSld>
  <p:clrMapOvr>
    <a:masterClrMapping/>
  </p:clrMapOvr>
</p:sld>
</file>

<file path=ppt/theme/theme1.xml><?xml version="1.0" encoding="utf-8"?>
<a:theme xmlns:a="http://schemas.openxmlformats.org/drawingml/2006/main" name="1_Orbit">
  <a:themeElements>
    <a:clrScheme name="1_Orbit 1">
      <a:dk1>
        <a:srgbClr val="010199"/>
      </a:dk1>
      <a:lt1>
        <a:srgbClr val="FFFFFF"/>
      </a:lt1>
      <a:dk2>
        <a:srgbClr val="000000"/>
      </a:dk2>
      <a:lt2>
        <a:srgbClr val="B2B2B2"/>
      </a:lt2>
      <a:accent1>
        <a:srgbClr val="3399FF"/>
      </a:accent1>
      <a:accent2>
        <a:srgbClr val="666699"/>
      </a:accent2>
      <a:accent3>
        <a:srgbClr val="AAAAAA"/>
      </a:accent3>
      <a:accent4>
        <a:srgbClr val="DADADA"/>
      </a:accent4>
      <a:accent5>
        <a:srgbClr val="ADCAFF"/>
      </a:accent5>
      <a:accent6>
        <a:srgbClr val="5C5C8A"/>
      </a:accent6>
      <a:hlink>
        <a:srgbClr val="FFFFCC"/>
      </a:hlink>
      <a:folHlink>
        <a:srgbClr val="FFCC66"/>
      </a:folHlink>
    </a:clrScheme>
    <a:fontScheme name="1_Orbit">
      <a:majorFont>
        <a:latin typeface="Arial"/>
        <a:ea typeface=""/>
        <a:cs typeface="Arial"/>
      </a:majorFont>
      <a:minorFont>
        <a:latin typeface="Arial"/>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19050"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spAutoFit/>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cs typeface="Arial" charset="0"/>
          </a:defRPr>
        </a:defPPr>
      </a:lstStyle>
    </a:spDef>
    <a:lnDef>
      <a:spPr bwMode="auto">
        <a:xfrm>
          <a:off x="0" y="0"/>
          <a:ext cx="1" cy="1"/>
        </a:xfrm>
        <a:custGeom>
          <a:avLst/>
          <a:gdLst/>
          <a:ahLst/>
          <a:cxnLst/>
          <a:rect l="0" t="0" r="0" b="0"/>
          <a:pathLst/>
        </a:custGeom>
        <a:solidFill>
          <a:schemeClr val="accent1"/>
        </a:solidFill>
        <a:ln w="19050"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spAutoFit/>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cs typeface="Arial" charset="0"/>
          </a:defRPr>
        </a:defPPr>
      </a:lstStyle>
    </a:lnDef>
  </a:objectDefaults>
  <a:extraClrSchemeLst>
    <a:extraClrScheme>
      <a:clrScheme name="1_Orbit 1">
        <a:dk1>
          <a:srgbClr val="010199"/>
        </a:dk1>
        <a:lt1>
          <a:srgbClr val="FFFFFF"/>
        </a:lt1>
        <a:dk2>
          <a:srgbClr val="000000"/>
        </a:dk2>
        <a:lt2>
          <a:srgbClr val="B2B2B2"/>
        </a:lt2>
        <a:accent1>
          <a:srgbClr val="3399FF"/>
        </a:accent1>
        <a:accent2>
          <a:srgbClr val="666699"/>
        </a:accent2>
        <a:accent3>
          <a:srgbClr val="AAAAAA"/>
        </a:accent3>
        <a:accent4>
          <a:srgbClr val="DADADA"/>
        </a:accent4>
        <a:accent5>
          <a:srgbClr val="ADCAFF"/>
        </a:accent5>
        <a:accent6>
          <a:srgbClr val="5C5C8A"/>
        </a:accent6>
        <a:hlink>
          <a:srgbClr val="FFFFCC"/>
        </a:hlink>
        <a:folHlink>
          <a:srgbClr val="FFCC66"/>
        </a:folHlink>
      </a:clrScheme>
      <a:clrMap bg1="dk2" tx1="lt1" bg2="dk1" tx2="lt2" accent1="accent1" accent2="accent2" accent3="accent3" accent4="accent4" accent5="accent5" accent6="accent6" hlink="hlink" folHlink="folHlink"/>
    </a:extraClrScheme>
    <a:extraClrScheme>
      <a:clrScheme name="1_Orbit 2">
        <a:dk1>
          <a:srgbClr val="008000"/>
        </a:dk1>
        <a:lt1>
          <a:srgbClr val="FFFFFF"/>
        </a:lt1>
        <a:dk2>
          <a:srgbClr val="003300"/>
        </a:dk2>
        <a:lt2>
          <a:srgbClr val="C0C0C0"/>
        </a:lt2>
        <a:accent1>
          <a:srgbClr val="99CC00"/>
        </a:accent1>
        <a:accent2>
          <a:srgbClr val="527C3A"/>
        </a:accent2>
        <a:accent3>
          <a:srgbClr val="AAADAA"/>
        </a:accent3>
        <a:accent4>
          <a:srgbClr val="DADADA"/>
        </a:accent4>
        <a:accent5>
          <a:srgbClr val="CAE2AA"/>
        </a:accent5>
        <a:accent6>
          <a:srgbClr val="497034"/>
        </a:accent6>
        <a:hlink>
          <a:srgbClr val="33CC33"/>
        </a:hlink>
        <a:folHlink>
          <a:srgbClr val="C1FF83"/>
        </a:folHlink>
      </a:clrScheme>
      <a:clrMap bg1="dk2" tx1="lt1" bg2="dk1" tx2="lt2" accent1="accent1" accent2="accent2" accent3="accent3" accent4="accent4" accent5="accent5" accent6="accent6" hlink="hlink" folHlink="folHlink"/>
    </a:extraClrScheme>
    <a:extraClrScheme>
      <a:clrScheme name="1_Orbit 3">
        <a:dk1>
          <a:srgbClr val="000066"/>
        </a:dk1>
        <a:lt1>
          <a:srgbClr val="FFFFFF"/>
        </a:lt1>
        <a:dk2>
          <a:srgbClr val="000099"/>
        </a:dk2>
        <a:lt2>
          <a:srgbClr val="9FBFFF"/>
        </a:lt2>
        <a:accent1>
          <a:srgbClr val="0099CC"/>
        </a:accent1>
        <a:accent2>
          <a:srgbClr val="00CC66"/>
        </a:accent2>
        <a:accent3>
          <a:srgbClr val="AAAACA"/>
        </a:accent3>
        <a:accent4>
          <a:srgbClr val="DADADA"/>
        </a:accent4>
        <a:accent5>
          <a:srgbClr val="AACAE2"/>
        </a:accent5>
        <a:accent6>
          <a:srgbClr val="00B95C"/>
        </a:accent6>
        <a:hlink>
          <a:srgbClr val="00FFFF"/>
        </a:hlink>
        <a:folHlink>
          <a:srgbClr val="CDE6FF"/>
        </a:folHlink>
      </a:clrScheme>
      <a:clrMap bg1="dk2" tx1="lt1" bg2="dk1" tx2="lt2" accent1="accent1" accent2="accent2" accent3="accent3" accent4="accent4" accent5="accent5" accent6="accent6" hlink="hlink" folHlink="folHlink"/>
    </a:extraClrScheme>
    <a:extraClrScheme>
      <a:clrScheme name="1_Orbit 4">
        <a:dk1>
          <a:srgbClr val="00ACA8"/>
        </a:dk1>
        <a:lt1>
          <a:srgbClr val="FFFFFF"/>
        </a:lt1>
        <a:dk2>
          <a:srgbClr val="006666"/>
        </a:dk2>
        <a:lt2>
          <a:srgbClr val="FFFF99"/>
        </a:lt2>
        <a:accent1>
          <a:srgbClr val="0099CC"/>
        </a:accent1>
        <a:accent2>
          <a:srgbClr val="6D6FC7"/>
        </a:accent2>
        <a:accent3>
          <a:srgbClr val="AAB8B8"/>
        </a:accent3>
        <a:accent4>
          <a:srgbClr val="DADADA"/>
        </a:accent4>
        <a:accent5>
          <a:srgbClr val="AACAE2"/>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1_Orbit 5">
        <a:dk1>
          <a:srgbClr val="BA0023"/>
        </a:dk1>
        <a:lt1>
          <a:srgbClr val="FFFFFF"/>
        </a:lt1>
        <a:dk2>
          <a:srgbClr val="800000"/>
        </a:dk2>
        <a:lt2>
          <a:srgbClr val="FFFF99"/>
        </a:lt2>
        <a:accent1>
          <a:srgbClr val="FF6600"/>
        </a:accent1>
        <a:accent2>
          <a:srgbClr val="C5543D"/>
        </a:accent2>
        <a:accent3>
          <a:srgbClr val="C0AAAA"/>
        </a:accent3>
        <a:accent4>
          <a:srgbClr val="DADADA"/>
        </a:accent4>
        <a:accent5>
          <a:srgbClr val="FFB8AA"/>
        </a:accent5>
        <a:accent6>
          <a:srgbClr val="B24B36"/>
        </a:accent6>
        <a:hlink>
          <a:srgbClr val="FFFF00"/>
        </a:hlink>
        <a:folHlink>
          <a:srgbClr val="FF9900"/>
        </a:folHlink>
      </a:clrScheme>
      <a:clrMap bg1="dk2" tx1="lt1" bg2="dk1" tx2="lt2" accent1="accent1" accent2="accent2" accent3="accent3" accent4="accent4" accent5="accent5" accent6="accent6" hlink="hlink" folHlink="folHlink"/>
    </a:extraClrScheme>
    <a:extraClrScheme>
      <a:clrScheme name="1_Orbit 6">
        <a:dk1>
          <a:srgbClr val="6D776E"/>
        </a:dk1>
        <a:lt1>
          <a:srgbClr val="FFFFFF"/>
        </a:lt1>
        <a:dk2>
          <a:srgbClr val="575863"/>
        </a:dk2>
        <a:lt2>
          <a:srgbClr val="DDDDDD"/>
        </a:lt2>
        <a:accent1>
          <a:srgbClr val="0099CC"/>
        </a:accent1>
        <a:accent2>
          <a:srgbClr val="939EA9"/>
        </a:accent2>
        <a:accent3>
          <a:srgbClr val="B4B4B7"/>
        </a:accent3>
        <a:accent4>
          <a:srgbClr val="DADADA"/>
        </a:accent4>
        <a:accent5>
          <a:srgbClr val="AACAE2"/>
        </a:accent5>
        <a:accent6>
          <a:srgbClr val="858F99"/>
        </a:accent6>
        <a:hlink>
          <a:srgbClr val="FFCC00"/>
        </a:hlink>
        <a:folHlink>
          <a:srgbClr val="BD8949"/>
        </a:folHlink>
      </a:clrScheme>
      <a:clrMap bg1="dk2" tx1="lt1" bg2="dk1" tx2="lt2" accent1="accent1" accent2="accent2" accent3="accent3" accent4="accent4" accent5="accent5" accent6="accent6" hlink="hlink" folHlink="folHlink"/>
    </a:extraClrScheme>
    <a:extraClrScheme>
      <a:clrScheme name="1_Orbit 7">
        <a:dk1>
          <a:srgbClr val="A28A84"/>
        </a:dk1>
        <a:lt1>
          <a:srgbClr val="FFFFFF"/>
        </a:lt1>
        <a:dk2>
          <a:srgbClr val="765E58"/>
        </a:dk2>
        <a:lt2>
          <a:srgbClr val="DDDDDD"/>
        </a:lt2>
        <a:accent1>
          <a:srgbClr val="CC6600"/>
        </a:accent1>
        <a:accent2>
          <a:srgbClr val="CC9900"/>
        </a:accent2>
        <a:accent3>
          <a:srgbClr val="BDB6B4"/>
        </a:accent3>
        <a:accent4>
          <a:srgbClr val="DADADA"/>
        </a:accent4>
        <a:accent5>
          <a:srgbClr val="E2B8AA"/>
        </a:accent5>
        <a:accent6>
          <a:srgbClr val="B98A00"/>
        </a:accent6>
        <a:hlink>
          <a:srgbClr val="FFCC00"/>
        </a:hlink>
        <a:folHlink>
          <a:srgbClr val="FFFFBD"/>
        </a:folHlink>
      </a:clrScheme>
      <a:clrMap bg1="dk2" tx1="lt1" bg2="dk1" tx2="lt2" accent1="accent1" accent2="accent2" accent3="accent3" accent4="accent4" accent5="accent5" accent6="accent6" hlink="hlink" folHlink="folHlink"/>
    </a:extraClrScheme>
    <a:extraClrScheme>
      <a:clrScheme name="1_Orbit 8">
        <a:dk1>
          <a:srgbClr val="000000"/>
        </a:dk1>
        <a:lt1>
          <a:srgbClr val="C5D9ED"/>
        </a:lt1>
        <a:dk2>
          <a:srgbClr val="000000"/>
        </a:dk2>
        <a:lt2>
          <a:srgbClr val="FFFFFF"/>
        </a:lt2>
        <a:accent1>
          <a:srgbClr val="F3F6FF"/>
        </a:accent1>
        <a:accent2>
          <a:srgbClr val="33CCCC"/>
        </a:accent2>
        <a:accent3>
          <a:srgbClr val="DFE9F4"/>
        </a:accent3>
        <a:accent4>
          <a:srgbClr val="000000"/>
        </a:accent4>
        <a:accent5>
          <a:srgbClr val="F8FAFF"/>
        </a:accent5>
        <a:accent6>
          <a:srgbClr val="2DB9B9"/>
        </a:accent6>
        <a:hlink>
          <a:srgbClr val="0000FF"/>
        </a:hlink>
        <a:folHlink>
          <a:srgbClr val="006699"/>
        </a:folHlink>
      </a:clrScheme>
      <a:clrMap bg1="lt1" tx1="dk1" bg2="lt2" tx2="dk2" accent1="accent1" accent2="accent2" accent3="accent3" accent4="accent4" accent5="accent5" accent6="accent6" hlink="hlink" folHlink="folHlink"/>
    </a:extraClrScheme>
    <a:extraClrScheme>
      <a:clrScheme name="1_Orbit 9">
        <a:dk1>
          <a:srgbClr val="FFFFFF"/>
        </a:dk1>
        <a:lt1>
          <a:srgbClr val="FFFFFF"/>
        </a:lt1>
        <a:dk2>
          <a:srgbClr val="AAAAC6"/>
        </a:dk2>
        <a:lt2>
          <a:srgbClr val="FFFFCC"/>
        </a:lt2>
        <a:accent1>
          <a:srgbClr val="66667E"/>
        </a:accent1>
        <a:accent2>
          <a:srgbClr val="629157"/>
        </a:accent2>
        <a:accent3>
          <a:srgbClr val="D2D2DF"/>
        </a:accent3>
        <a:accent4>
          <a:srgbClr val="DADADA"/>
        </a:accent4>
        <a:accent5>
          <a:srgbClr val="B8B8C0"/>
        </a:accent5>
        <a:accent6>
          <a:srgbClr val="58834E"/>
        </a:accent6>
        <a:hlink>
          <a:srgbClr val="6600CC"/>
        </a:hlink>
        <a:folHlink>
          <a:srgbClr val="3399FF"/>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PhanIICh06new</Template>
  <TotalTime>15606</TotalTime>
  <Words>2874</Words>
  <Application>Microsoft Office PowerPoint</Application>
  <PresentationFormat>On-screen Show (4:3)</PresentationFormat>
  <Paragraphs>348</Paragraphs>
  <Slides>37</Slides>
  <Notes>0</Notes>
  <HiddenSlides>0</HiddenSlides>
  <MMClips>0</MMClips>
  <ScaleCrop>false</ScaleCrop>
  <HeadingPairs>
    <vt:vector size="10" baseType="variant">
      <vt:variant>
        <vt:lpstr>Fonts Used</vt:lpstr>
      </vt:variant>
      <vt:variant>
        <vt:i4>2</vt:i4>
      </vt:variant>
      <vt:variant>
        <vt:lpstr>Theme</vt:lpstr>
      </vt:variant>
      <vt:variant>
        <vt:i4>1</vt:i4>
      </vt:variant>
      <vt:variant>
        <vt:lpstr>Embedded OLE Servers</vt:lpstr>
      </vt:variant>
      <vt:variant>
        <vt:i4>1</vt:i4>
      </vt:variant>
      <vt:variant>
        <vt:lpstr>Slide Titles</vt:lpstr>
      </vt:variant>
      <vt:variant>
        <vt:i4>37</vt:i4>
      </vt:variant>
      <vt:variant>
        <vt:lpstr>Custom Shows</vt:lpstr>
      </vt:variant>
      <vt:variant>
        <vt:i4>1</vt:i4>
      </vt:variant>
    </vt:vector>
  </HeadingPairs>
  <TitlesOfParts>
    <vt:vector size="42" baseType="lpstr">
      <vt:lpstr>Arial</vt:lpstr>
      <vt:lpstr>Wingdings</vt:lpstr>
      <vt:lpstr>1_Orbit</vt:lpstr>
      <vt:lpstr>Equation</vt:lpstr>
      <vt:lpstr>CHƯƠNG 1 CẤU TRÚC DỮ LIỆU VÀ GIẢI THUẬT</vt:lpstr>
      <vt:lpstr>Nguyên lý lập trình</vt:lpstr>
      <vt:lpstr>1. Mối quan hệ giữa cấu trúc dữ liệu và giải thuật</vt:lpstr>
      <vt:lpstr>1.1. Giải thuật (thuật toán, algorithms)</vt:lpstr>
      <vt:lpstr>1.2. Cấu trúc dữ liệu </vt:lpstr>
      <vt:lpstr>1.2. Cấu trúc dữ liệu (tiếp)</vt:lpstr>
      <vt:lpstr>1.2. Cấu trúc dữ liệu (tiếp)</vt:lpstr>
      <vt:lpstr>1.2. Cấu trúc dữ liệu (tiếp)</vt:lpstr>
      <vt:lpstr>1.2. Cấu trúc dữ liệu (tiếp)</vt:lpstr>
      <vt:lpstr>1.2. Cấu trúc dữ liệu (tiếp)</vt:lpstr>
      <vt:lpstr>Các cấu trúc lưu trữ</vt:lpstr>
      <vt:lpstr>1.3. Mối quan hệ giữa cấu trúc dữ liệu và giải thuật</vt:lpstr>
      <vt:lpstr>2. Các cách diễn đạt giải thuật</vt:lpstr>
      <vt:lpstr>2. Các cách diễn đạt giải thuật</vt:lpstr>
      <vt:lpstr>2.1. Lưu đồ giải thuật (tiếp)</vt:lpstr>
      <vt:lpstr>2.1. Lưu đồ giải thuật (tiếp)</vt:lpstr>
      <vt:lpstr>Lưu đồ giải thuật tìm USCLN(a,b)</vt:lpstr>
      <vt:lpstr>2.3. Giả mã</vt:lpstr>
      <vt:lpstr>2.3.1. Quy định chung</vt:lpstr>
      <vt:lpstr>2.2.2. Biểu thức</vt:lpstr>
      <vt:lpstr>2.2.3. Câu lệnh</vt:lpstr>
      <vt:lpstr>2.2.3. Câu lệnh</vt:lpstr>
      <vt:lpstr>2.2.3. Câu lệnh</vt:lpstr>
      <vt:lpstr>2.2.3. Câu lệnh</vt:lpstr>
      <vt:lpstr>2.2.3. Câu lệnh</vt:lpstr>
      <vt:lpstr>2.2.3. Câu lệnh</vt:lpstr>
      <vt:lpstr>Mô hình xử lý thông tin của máy tính</vt:lpstr>
      <vt:lpstr>Cấu trúc giả mã chương trình</vt:lpstr>
      <vt:lpstr>2.2.4. Chương trình con</vt:lpstr>
      <vt:lpstr>2.2.4. Chương trình con</vt:lpstr>
      <vt:lpstr>2.2.4.3. Lời gọi chương trình con</vt:lpstr>
      <vt:lpstr>Bài tập</vt:lpstr>
      <vt:lpstr>PowerPoint Presentation</vt:lpstr>
      <vt:lpstr>PowerPoint Presentation</vt:lpstr>
      <vt:lpstr>Bài tập</vt:lpstr>
      <vt:lpstr>Lưu đồ giải thuật cộng 2 ma trận</vt:lpstr>
      <vt:lpstr>Bài tập về nhà</vt:lpstr>
      <vt:lpstr>Custom Show 1</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 Introduction to Java</dc:title>
  <dc:creator>Y. Daniel Liang</dc:creator>
  <cp:lastModifiedBy>Ngô Công Thắng</cp:lastModifiedBy>
  <cp:revision>355</cp:revision>
  <cp:lastPrinted>2018-03-12T17:44:40Z</cp:lastPrinted>
  <dcterms:created xsi:type="dcterms:W3CDTF">1995-06-10T17:31:50Z</dcterms:created>
  <dcterms:modified xsi:type="dcterms:W3CDTF">2022-07-23T07:31:13Z</dcterms:modified>
</cp:coreProperties>
</file>